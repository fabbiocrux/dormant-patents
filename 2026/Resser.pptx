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notesMasterIdLst>
    <p:notesMasterId r:id="rId35"/>
  </p:notesMasterIdLst>
  <p:handoutMasterIdLst>
    <p:handoutMasterId r:id="rId36"/>
  </p:handoutMasterIdLst>
  <p:sldIdLst>
    <p:sldId id="345" r:id="rId5"/>
    <p:sldId id="354" r:id="rId6"/>
    <p:sldId id="323" r:id="rId7"/>
    <p:sldId id="750" r:id="rId8"/>
    <p:sldId id="357" r:id="rId9"/>
    <p:sldId id="335" r:id="rId10"/>
    <p:sldId id="765" r:id="rId11"/>
    <p:sldId id="753" r:id="rId12"/>
    <p:sldId id="766" r:id="rId13"/>
    <p:sldId id="754" r:id="rId14"/>
    <p:sldId id="767" r:id="rId15"/>
    <p:sldId id="764" r:id="rId16"/>
    <p:sldId id="755" r:id="rId17"/>
    <p:sldId id="348" r:id="rId18"/>
    <p:sldId id="347" r:id="rId19"/>
    <p:sldId id="326" r:id="rId20"/>
    <p:sldId id="343" r:id="rId21"/>
    <p:sldId id="761" r:id="rId22"/>
    <p:sldId id="762" r:id="rId23"/>
    <p:sldId id="747" r:id="rId24"/>
    <p:sldId id="759" r:id="rId25"/>
    <p:sldId id="760" r:id="rId26"/>
    <p:sldId id="757" r:id="rId27"/>
    <p:sldId id="758" r:id="rId28"/>
    <p:sldId id="756" r:id="rId29"/>
    <p:sldId id="355" r:id="rId30"/>
    <p:sldId id="342" r:id="rId31"/>
    <p:sldId id="325" r:id="rId32"/>
    <p:sldId id="346" r:id="rId33"/>
    <p:sldId id="743" r:id="rId34"/>
  </p:sldIdLst>
  <p:sldSz cx="18288000" cy="10287000"/>
  <p:notesSz cx="6858000" cy="9144000"/>
  <p:embeddedFontLst>
    <p:embeddedFont>
      <p:font typeface="Amasis MT Pro" panose="02040504050005020304" pitchFamily="18" charset="0"/>
      <p:regular r:id="rId37"/>
      <p:bold r:id="rId38"/>
      <p:italic r:id="rId39"/>
      <p:boldItalic r:id="rId40"/>
    </p:embeddedFont>
    <p:embeddedFont>
      <p:font typeface="Amasis MT Pro Black" panose="02040A04050005020304" pitchFamily="18" charset="0"/>
      <p:bold r:id="rId41"/>
      <p:boldItalic r:id="rId42"/>
    </p:embeddedFont>
    <p:embeddedFont>
      <p:font typeface="Codec Pro" panose="020B0604020202020204" charset="0"/>
      <p:regular r:id="rId43"/>
    </p:embeddedFont>
    <p:embeddedFont>
      <p:font typeface="Codec Pro Bold" panose="020B0604020202020204" charset="0"/>
      <p:regular r:id="rId44"/>
      <p:bold r:id="rId4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45240"/>
    <a:srgbClr val="A21240"/>
    <a:srgbClr val="954A99"/>
    <a:srgbClr val="A52A2A"/>
    <a:srgbClr val="7B9C80"/>
    <a:srgbClr val="116144"/>
    <a:srgbClr val="89B3A4"/>
    <a:srgbClr val="BF8B2E"/>
    <a:srgbClr val="FE9D24"/>
    <a:srgbClr val="FE692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EB7E0B5-33C7-48C2-9451-D7B201B3466F}" v="111" dt="2026-07-01T09:16:26.773"/>
  </p1510:revLst>
</p1510:revInfo>
</file>

<file path=ppt/tableStyles.xml><?xml version="1.0" encoding="utf-8"?>
<a:tblStyleLst xmlns:a="http://schemas.openxmlformats.org/drawingml/2006/main" def="{5C22544A-7EE6-4342-B048-85BDC9FD1C3A}">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361"/>
    <p:restoredTop sz="96192" autoAdjust="0"/>
  </p:normalViewPr>
  <p:slideViewPr>
    <p:cSldViewPr snapToGrid="0">
      <p:cViewPr varScale="1">
        <p:scale>
          <a:sx n="52" d="100"/>
          <a:sy n="52" d="100"/>
        </p:scale>
        <p:origin x="451" y="77"/>
      </p:cViewPr>
      <p:guideLst>
        <p:guide orient="horz" pos="2160"/>
        <p:guide pos="2880"/>
      </p:guideLst>
    </p:cSldViewPr>
  </p:slideViewPr>
  <p:notesTextViewPr>
    <p:cViewPr>
      <p:scale>
        <a:sx n="3" d="2"/>
        <a:sy n="3" d="2"/>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3.fntdata"/><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font" Target="fonts/font6.fntdata"/><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font" Target="fonts/font9.fntdata"/><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handoutMaster" Target="handoutMasters/handoutMaster1.xml"/><Relationship Id="rId49"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font" Target="fonts/font8.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43" Type="http://schemas.openxmlformats.org/officeDocument/2006/relationships/font" Target="fonts/font7.fntdata"/><Relationship Id="rId48" Type="http://schemas.openxmlformats.org/officeDocument/2006/relationships/theme" Target="theme/theme1.xml"/><Relationship Id="rId8" Type="http://schemas.openxmlformats.org/officeDocument/2006/relationships/slide" Target="slides/slide4.xml"/><Relationship Id="rId51"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font" Target="fonts/font2.fntdata"/><Relationship Id="rId46"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font" Target="fonts/font5.fntdata"/><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talina Suescun Gonzalez" userId="9d30500f-b5c1-458b-b146-9618e945ca08" providerId="ADAL" clId="{4FB95715-D70C-439C-BDF4-EE058C35F2A5}"/>
    <pc:docChg chg="undo redo custSel addSld delSld modSld sldOrd">
      <pc:chgData name="Catalina Suescun Gonzalez" userId="9d30500f-b5c1-458b-b146-9618e945ca08" providerId="ADAL" clId="{4FB95715-D70C-439C-BDF4-EE058C35F2A5}" dt="2026-07-01T09:43:18.887" v="1691" actId="20577"/>
      <pc:docMkLst>
        <pc:docMk/>
      </pc:docMkLst>
      <pc:sldChg chg="modSp mod">
        <pc:chgData name="Catalina Suescun Gonzalez" userId="9d30500f-b5c1-458b-b146-9618e945ca08" providerId="ADAL" clId="{4FB95715-D70C-439C-BDF4-EE058C35F2A5}" dt="2026-07-01T08:02:35.852" v="684" actId="20577"/>
        <pc:sldMkLst>
          <pc:docMk/>
          <pc:sldMk cId="3460141190" sldId="323"/>
        </pc:sldMkLst>
        <pc:spChg chg="mod">
          <ac:chgData name="Catalina Suescun Gonzalez" userId="9d30500f-b5c1-458b-b146-9618e945ca08" providerId="ADAL" clId="{4FB95715-D70C-439C-BDF4-EE058C35F2A5}" dt="2026-07-01T07:52:45.883" v="208"/>
          <ac:spMkLst>
            <pc:docMk/>
            <pc:sldMk cId="3460141190" sldId="323"/>
            <ac:spMk id="3" creationId="{6B81842E-D127-4DDD-2015-8C49421C7CF0}"/>
          </ac:spMkLst>
        </pc:spChg>
        <pc:spChg chg="mod">
          <ac:chgData name="Catalina Suescun Gonzalez" userId="9d30500f-b5c1-458b-b146-9618e945ca08" providerId="ADAL" clId="{4FB95715-D70C-439C-BDF4-EE058C35F2A5}" dt="2026-07-01T08:01:29.873" v="576" actId="123"/>
          <ac:spMkLst>
            <pc:docMk/>
            <pc:sldMk cId="3460141190" sldId="323"/>
            <ac:spMk id="4" creationId="{0AB4AD06-0D9A-FAF5-996E-94E4886A34EC}"/>
          </ac:spMkLst>
        </pc:spChg>
        <pc:spChg chg="mod">
          <ac:chgData name="Catalina Suescun Gonzalez" userId="9d30500f-b5c1-458b-b146-9618e945ca08" providerId="ADAL" clId="{4FB95715-D70C-439C-BDF4-EE058C35F2A5}" dt="2026-07-01T07:57:51.216" v="389" actId="20577"/>
          <ac:spMkLst>
            <pc:docMk/>
            <pc:sldMk cId="3460141190" sldId="323"/>
            <ac:spMk id="14" creationId="{72593728-2EFE-39E3-AE31-61884ED90C8F}"/>
          </ac:spMkLst>
        </pc:spChg>
        <pc:spChg chg="mod">
          <ac:chgData name="Catalina Suescun Gonzalez" userId="9d30500f-b5c1-458b-b146-9618e945ca08" providerId="ADAL" clId="{4FB95715-D70C-439C-BDF4-EE058C35F2A5}" dt="2026-07-01T08:01:35.404" v="577" actId="123"/>
          <ac:spMkLst>
            <pc:docMk/>
            <pc:sldMk cId="3460141190" sldId="323"/>
            <ac:spMk id="15" creationId="{9B7D13C8-35A5-F5B6-82B1-E3351E24919A}"/>
          </ac:spMkLst>
        </pc:spChg>
        <pc:spChg chg="mod">
          <ac:chgData name="Catalina Suescun Gonzalez" userId="9d30500f-b5c1-458b-b146-9618e945ca08" providerId="ADAL" clId="{4FB95715-D70C-439C-BDF4-EE058C35F2A5}" dt="2026-07-01T07:59:21.688" v="432" actId="20577"/>
          <ac:spMkLst>
            <pc:docMk/>
            <pc:sldMk cId="3460141190" sldId="323"/>
            <ac:spMk id="17" creationId="{60AF7F65-5FA4-0FDB-B817-0EBC94181886}"/>
          </ac:spMkLst>
        </pc:spChg>
        <pc:spChg chg="mod">
          <ac:chgData name="Catalina Suescun Gonzalez" userId="9d30500f-b5c1-458b-b146-9618e945ca08" providerId="ADAL" clId="{4FB95715-D70C-439C-BDF4-EE058C35F2A5}" dt="2026-07-01T07:59:51.590" v="454" actId="20577"/>
          <ac:spMkLst>
            <pc:docMk/>
            <pc:sldMk cId="3460141190" sldId="323"/>
            <ac:spMk id="18" creationId="{C3F2A31C-5F5F-94AE-09E6-E9313A0F91D5}"/>
          </ac:spMkLst>
        </pc:spChg>
        <pc:spChg chg="mod">
          <ac:chgData name="Catalina Suescun Gonzalez" userId="9d30500f-b5c1-458b-b146-9618e945ca08" providerId="ADAL" clId="{4FB95715-D70C-439C-BDF4-EE058C35F2A5}" dt="2026-07-01T08:02:35.852" v="684" actId="20577"/>
          <ac:spMkLst>
            <pc:docMk/>
            <pc:sldMk cId="3460141190" sldId="323"/>
            <ac:spMk id="19" creationId="{36876981-976F-2860-C24C-65E6E93BD0C2}"/>
          </ac:spMkLst>
        </pc:spChg>
      </pc:sldChg>
      <pc:sldChg chg="ord">
        <pc:chgData name="Catalina Suescun Gonzalez" userId="9d30500f-b5c1-458b-b146-9618e945ca08" providerId="ADAL" clId="{4FB95715-D70C-439C-BDF4-EE058C35F2A5}" dt="2026-07-01T08:26:54.861" v="984"/>
        <pc:sldMkLst>
          <pc:docMk/>
          <pc:sldMk cId="3798184831" sldId="326"/>
        </pc:sldMkLst>
      </pc:sldChg>
      <pc:sldChg chg="addSp delSp modSp mod delAnim modAnim">
        <pc:chgData name="Catalina Suescun Gonzalez" userId="9d30500f-b5c1-458b-b146-9618e945ca08" providerId="ADAL" clId="{4FB95715-D70C-439C-BDF4-EE058C35F2A5}" dt="2026-07-01T09:07:43.498" v="1557" actId="20577"/>
        <pc:sldMkLst>
          <pc:docMk/>
          <pc:sldMk cId="262781125" sldId="335"/>
        </pc:sldMkLst>
        <pc:spChg chg="mod">
          <ac:chgData name="Catalina Suescun Gonzalez" userId="9d30500f-b5c1-458b-b146-9618e945ca08" providerId="ADAL" clId="{4FB95715-D70C-439C-BDF4-EE058C35F2A5}" dt="2026-07-01T08:15:58.794" v="910"/>
          <ac:spMkLst>
            <pc:docMk/>
            <pc:sldMk cId="262781125" sldId="335"/>
            <ac:spMk id="3" creationId="{E8BEA09F-8C47-05FD-3738-88573DD9A381}"/>
          </ac:spMkLst>
        </pc:spChg>
        <pc:spChg chg="add del mod">
          <ac:chgData name="Catalina Suescun Gonzalez" userId="9d30500f-b5c1-458b-b146-9618e945ca08" providerId="ADAL" clId="{4FB95715-D70C-439C-BDF4-EE058C35F2A5}" dt="2026-07-01T08:22:56.011" v="967"/>
          <ac:spMkLst>
            <pc:docMk/>
            <pc:sldMk cId="262781125" sldId="335"/>
            <ac:spMk id="4" creationId="{87AA791C-995F-7513-52C3-A154D5B83331}"/>
          </ac:spMkLst>
        </pc:spChg>
        <pc:spChg chg="add del mod">
          <ac:chgData name="Catalina Suescun Gonzalez" userId="9d30500f-b5c1-458b-b146-9618e945ca08" providerId="ADAL" clId="{4FB95715-D70C-439C-BDF4-EE058C35F2A5}" dt="2026-07-01T08:40:29.593" v="1192" actId="478"/>
          <ac:spMkLst>
            <pc:docMk/>
            <pc:sldMk cId="262781125" sldId="335"/>
            <ac:spMk id="5" creationId="{AEDDCAC9-71DB-8CD6-8AE1-EC3E4725FA60}"/>
          </ac:spMkLst>
        </pc:spChg>
        <pc:spChg chg="mod">
          <ac:chgData name="Catalina Suescun Gonzalez" userId="9d30500f-b5c1-458b-b146-9618e945ca08" providerId="ADAL" clId="{4FB95715-D70C-439C-BDF4-EE058C35F2A5}" dt="2026-07-01T09:07:43.498" v="1557" actId="20577"/>
          <ac:spMkLst>
            <pc:docMk/>
            <pc:sldMk cId="262781125" sldId="335"/>
            <ac:spMk id="20" creationId="{FF26C2AC-4BE0-AE9C-3451-14B54ED4E96A}"/>
          </ac:spMkLst>
        </pc:spChg>
        <pc:cxnChg chg="mod">
          <ac:chgData name="Catalina Suescun Gonzalez" userId="9d30500f-b5c1-458b-b146-9618e945ca08" providerId="ADAL" clId="{4FB95715-D70C-439C-BDF4-EE058C35F2A5}" dt="2026-07-01T08:14:40.296" v="894" actId="1076"/>
          <ac:cxnSpMkLst>
            <pc:docMk/>
            <pc:sldMk cId="262781125" sldId="335"/>
            <ac:cxnSpMk id="27" creationId="{29B455AE-6FC0-1C9C-6A3E-0B26A21B9BA8}"/>
          </ac:cxnSpMkLst>
        </pc:cxnChg>
      </pc:sldChg>
      <pc:sldChg chg="modSp mod">
        <pc:chgData name="Catalina Suescun Gonzalez" userId="9d30500f-b5c1-458b-b146-9618e945ca08" providerId="ADAL" clId="{4FB95715-D70C-439C-BDF4-EE058C35F2A5}" dt="2026-07-01T07:38:04.785" v="22" actId="20577"/>
        <pc:sldMkLst>
          <pc:docMk/>
          <pc:sldMk cId="0" sldId="345"/>
        </pc:sldMkLst>
        <pc:spChg chg="mod">
          <ac:chgData name="Catalina Suescun Gonzalez" userId="9d30500f-b5c1-458b-b146-9618e945ca08" providerId="ADAL" clId="{4FB95715-D70C-439C-BDF4-EE058C35F2A5}" dt="2026-07-01T07:38:04.785" v="22" actId="20577"/>
          <ac:spMkLst>
            <pc:docMk/>
            <pc:sldMk cId="0" sldId="345"/>
            <ac:spMk id="9" creationId="{00000000-0000-0000-0000-000000000000}"/>
          </ac:spMkLst>
        </pc:spChg>
        <pc:spChg chg="mod">
          <ac:chgData name="Catalina Suescun Gonzalez" userId="9d30500f-b5c1-458b-b146-9618e945ca08" providerId="ADAL" clId="{4FB95715-D70C-439C-BDF4-EE058C35F2A5}" dt="2026-07-01T07:37:34.500" v="4" actId="1076"/>
          <ac:spMkLst>
            <pc:docMk/>
            <pc:sldMk cId="0" sldId="345"/>
            <ac:spMk id="14" creationId="{3056AA3C-26AD-874C-0E2D-CFE0BDDF1D41}"/>
          </ac:spMkLst>
        </pc:spChg>
        <pc:spChg chg="mod">
          <ac:chgData name="Catalina Suescun Gonzalez" userId="9d30500f-b5c1-458b-b146-9618e945ca08" providerId="ADAL" clId="{4FB95715-D70C-439C-BDF4-EE058C35F2A5}" dt="2026-07-01T07:37:53.471" v="10" actId="14100"/>
          <ac:spMkLst>
            <pc:docMk/>
            <pc:sldMk cId="0" sldId="345"/>
            <ac:spMk id="17" creationId="{547E8B19-50FA-4677-8CF9-9273C4C6C5AE}"/>
          </ac:spMkLst>
        </pc:spChg>
        <pc:picChg chg="mod">
          <ac:chgData name="Catalina Suescun Gonzalez" userId="9d30500f-b5c1-458b-b146-9618e945ca08" providerId="ADAL" clId="{4FB95715-D70C-439C-BDF4-EE058C35F2A5}" dt="2026-07-01T07:37:36.875" v="6" actId="1035"/>
          <ac:picMkLst>
            <pc:docMk/>
            <pc:sldMk cId="0" sldId="345"/>
            <ac:picMk id="13" creationId="{851EB87A-3A54-A72F-5EBD-0D2FA7EA8F1A}"/>
          </ac:picMkLst>
        </pc:picChg>
      </pc:sldChg>
      <pc:sldChg chg="modSp mod">
        <pc:chgData name="Catalina Suescun Gonzalez" userId="9d30500f-b5c1-458b-b146-9618e945ca08" providerId="ADAL" clId="{4FB95715-D70C-439C-BDF4-EE058C35F2A5}" dt="2026-07-01T08:27:15.098" v="985"/>
        <pc:sldMkLst>
          <pc:docMk/>
          <pc:sldMk cId="0" sldId="347"/>
        </pc:sldMkLst>
        <pc:spChg chg="mod">
          <ac:chgData name="Catalina Suescun Gonzalez" userId="9d30500f-b5c1-458b-b146-9618e945ca08" providerId="ADAL" clId="{4FB95715-D70C-439C-BDF4-EE058C35F2A5}" dt="2026-07-01T08:27:15.098" v="985"/>
          <ac:spMkLst>
            <pc:docMk/>
            <pc:sldMk cId="0" sldId="347"/>
            <ac:spMk id="3" creationId="{00000000-0000-0000-0000-000000000000}"/>
          </ac:spMkLst>
        </pc:spChg>
      </pc:sldChg>
      <pc:sldChg chg="delSp modSp mod">
        <pc:chgData name="Catalina Suescun Gonzalez" userId="9d30500f-b5c1-458b-b146-9618e945ca08" providerId="ADAL" clId="{4FB95715-D70C-439C-BDF4-EE058C35F2A5}" dt="2026-07-01T08:57:35.169" v="1514"/>
        <pc:sldMkLst>
          <pc:docMk/>
          <pc:sldMk cId="1218898371" sldId="348"/>
        </pc:sldMkLst>
        <pc:spChg chg="mod">
          <ac:chgData name="Catalina Suescun Gonzalez" userId="9d30500f-b5c1-458b-b146-9618e945ca08" providerId="ADAL" clId="{4FB95715-D70C-439C-BDF4-EE058C35F2A5}" dt="2026-07-01T08:54:17.002" v="1413" actId="313"/>
          <ac:spMkLst>
            <pc:docMk/>
            <pc:sldMk cId="1218898371" sldId="348"/>
            <ac:spMk id="3" creationId="{2D049DBF-C046-E4C5-8AC0-11188A4251FD}"/>
          </ac:spMkLst>
        </pc:spChg>
        <pc:spChg chg="mod">
          <ac:chgData name="Catalina Suescun Gonzalez" userId="9d30500f-b5c1-458b-b146-9618e945ca08" providerId="ADAL" clId="{4FB95715-D70C-439C-BDF4-EE058C35F2A5}" dt="2026-07-01T08:57:21.689" v="1512" actId="20577"/>
          <ac:spMkLst>
            <pc:docMk/>
            <pc:sldMk cId="1218898371" sldId="348"/>
            <ac:spMk id="7" creationId="{CBF29998-7ABC-B45E-49D6-3FAC0D3CC7D0}"/>
          </ac:spMkLst>
        </pc:spChg>
        <pc:spChg chg="mod">
          <ac:chgData name="Catalina Suescun Gonzalez" userId="9d30500f-b5c1-458b-b146-9618e945ca08" providerId="ADAL" clId="{4FB95715-D70C-439C-BDF4-EE058C35F2A5}" dt="2026-07-01T08:57:35.169" v="1514"/>
          <ac:spMkLst>
            <pc:docMk/>
            <pc:sldMk cId="1218898371" sldId="348"/>
            <ac:spMk id="21" creationId="{8D2F09BD-CBC8-BF73-6C9F-31DC49DC7820}"/>
          </ac:spMkLst>
        </pc:spChg>
        <pc:grpChg chg="mod">
          <ac:chgData name="Catalina Suescun Gonzalez" userId="9d30500f-b5c1-458b-b146-9618e945ca08" providerId="ADAL" clId="{4FB95715-D70C-439C-BDF4-EE058C35F2A5}" dt="2026-07-01T08:56:52.581" v="1482"/>
          <ac:grpSpMkLst>
            <pc:docMk/>
            <pc:sldMk cId="1218898371" sldId="348"/>
            <ac:grpSpMk id="22" creationId="{B512CBE8-19CD-F428-965A-68CBDFF3A423}"/>
          </ac:grpSpMkLst>
        </pc:grpChg>
        <pc:picChg chg="del">
          <ac:chgData name="Catalina Suescun Gonzalez" userId="9d30500f-b5c1-458b-b146-9618e945ca08" providerId="ADAL" clId="{4FB95715-D70C-439C-BDF4-EE058C35F2A5}" dt="2026-07-01T08:53:54.269" v="1409" actId="478"/>
          <ac:picMkLst>
            <pc:docMk/>
            <pc:sldMk cId="1218898371" sldId="348"/>
            <ac:picMk id="4" creationId="{993748A4-DA91-0CDD-D6B1-90612D1C2547}"/>
          </ac:picMkLst>
        </pc:picChg>
        <pc:picChg chg="del">
          <ac:chgData name="Catalina Suescun Gonzalez" userId="9d30500f-b5c1-458b-b146-9618e945ca08" providerId="ADAL" clId="{4FB95715-D70C-439C-BDF4-EE058C35F2A5}" dt="2026-07-01T08:53:53.682" v="1408" actId="478"/>
          <ac:picMkLst>
            <pc:docMk/>
            <pc:sldMk cId="1218898371" sldId="348"/>
            <ac:picMk id="5" creationId="{D375C2C4-46E8-A248-046C-65D589DD70F7}"/>
          </ac:picMkLst>
        </pc:picChg>
        <pc:cxnChg chg="mod">
          <ac:chgData name="Catalina Suescun Gonzalez" userId="9d30500f-b5c1-458b-b146-9618e945ca08" providerId="ADAL" clId="{4FB95715-D70C-439C-BDF4-EE058C35F2A5}" dt="2026-07-01T08:56:52.581" v="1482"/>
          <ac:cxnSpMkLst>
            <pc:docMk/>
            <pc:sldMk cId="1218898371" sldId="348"/>
            <ac:cxnSpMk id="15" creationId="{30CA539E-DA8C-BD10-7908-770A22117860}"/>
          </ac:cxnSpMkLst>
        </pc:cxnChg>
        <pc:cxnChg chg="mod">
          <ac:chgData name="Catalina Suescun Gonzalez" userId="9d30500f-b5c1-458b-b146-9618e945ca08" providerId="ADAL" clId="{4FB95715-D70C-439C-BDF4-EE058C35F2A5}" dt="2026-07-01T08:56:52.581" v="1482"/>
          <ac:cxnSpMkLst>
            <pc:docMk/>
            <pc:sldMk cId="1218898371" sldId="348"/>
            <ac:cxnSpMk id="16" creationId="{5E1A467E-6B2C-1F61-A995-533B5C06D1FA}"/>
          </ac:cxnSpMkLst>
        </pc:cxnChg>
      </pc:sldChg>
      <pc:sldChg chg="addSp delSp modSp mod">
        <pc:chgData name="Catalina Suescun Gonzalez" userId="9d30500f-b5c1-458b-b146-9618e945ca08" providerId="ADAL" clId="{4FB95715-D70C-439C-BDF4-EE058C35F2A5}" dt="2026-07-01T09:16:40.839" v="1680" actId="20577"/>
        <pc:sldMkLst>
          <pc:docMk/>
          <pc:sldMk cId="674875936" sldId="354"/>
        </pc:sldMkLst>
        <pc:spChg chg="mod">
          <ac:chgData name="Catalina Suescun Gonzalez" userId="9d30500f-b5c1-458b-b146-9618e945ca08" providerId="ADAL" clId="{4FB95715-D70C-439C-BDF4-EE058C35F2A5}" dt="2026-07-01T08:15:51.901" v="909" actId="313"/>
          <ac:spMkLst>
            <pc:docMk/>
            <pc:sldMk cId="674875936" sldId="354"/>
            <ac:spMk id="3" creationId="{CEF7F8EA-4003-2C12-DDC1-2884D965542D}"/>
          </ac:spMkLst>
        </pc:spChg>
        <pc:spChg chg="add mod">
          <ac:chgData name="Catalina Suescun Gonzalez" userId="9d30500f-b5c1-458b-b146-9618e945ca08" providerId="ADAL" clId="{4FB95715-D70C-439C-BDF4-EE058C35F2A5}" dt="2026-07-01T07:46:24.910" v="119" actId="1076"/>
          <ac:spMkLst>
            <pc:docMk/>
            <pc:sldMk cId="674875936" sldId="354"/>
            <ac:spMk id="4" creationId="{88238F70-3211-5525-2675-2C55B59DB7B6}"/>
          </ac:spMkLst>
        </pc:spChg>
        <pc:spChg chg="add del mod">
          <ac:chgData name="Catalina Suescun Gonzalez" userId="9d30500f-b5c1-458b-b146-9618e945ca08" providerId="ADAL" clId="{4FB95715-D70C-439C-BDF4-EE058C35F2A5}" dt="2026-07-01T07:46:19.452" v="116" actId="478"/>
          <ac:spMkLst>
            <pc:docMk/>
            <pc:sldMk cId="674875936" sldId="354"/>
            <ac:spMk id="5" creationId="{53495F2D-84C6-AA41-9EB5-A582BB83EFC4}"/>
          </ac:spMkLst>
        </pc:spChg>
        <pc:spChg chg="add del mod">
          <ac:chgData name="Catalina Suescun Gonzalez" userId="9d30500f-b5c1-458b-b146-9618e945ca08" providerId="ADAL" clId="{4FB95715-D70C-439C-BDF4-EE058C35F2A5}" dt="2026-07-01T07:51:03.876" v="198"/>
          <ac:spMkLst>
            <pc:docMk/>
            <pc:sldMk cId="674875936" sldId="354"/>
            <ac:spMk id="6" creationId="{E0A2806C-A62E-1279-7FA6-4A4856827E82}"/>
          </ac:spMkLst>
        </pc:spChg>
        <pc:spChg chg="mod">
          <ac:chgData name="Catalina Suescun Gonzalez" userId="9d30500f-b5c1-458b-b146-9618e945ca08" providerId="ADAL" clId="{4FB95715-D70C-439C-BDF4-EE058C35F2A5}" dt="2026-07-01T09:16:24.236" v="1672" actId="21"/>
          <ac:spMkLst>
            <pc:docMk/>
            <pc:sldMk cId="674875936" sldId="354"/>
            <ac:spMk id="7" creationId="{586649F2-33BD-BD47-0118-0F06D103E9C0}"/>
          </ac:spMkLst>
        </pc:spChg>
        <pc:spChg chg="mod">
          <ac:chgData name="Catalina Suescun Gonzalez" userId="9d30500f-b5c1-458b-b146-9618e945ca08" providerId="ADAL" clId="{4FB95715-D70C-439C-BDF4-EE058C35F2A5}" dt="2026-07-01T09:16:40.839" v="1680" actId="20577"/>
          <ac:spMkLst>
            <pc:docMk/>
            <pc:sldMk cId="674875936" sldId="354"/>
            <ac:spMk id="8" creationId="{BF6B19B0-9C09-E6E5-9DF9-C426BB8586D1}"/>
          </ac:spMkLst>
        </pc:spChg>
        <pc:spChg chg="add mod">
          <ac:chgData name="Catalina Suescun Gonzalez" userId="9d30500f-b5c1-458b-b146-9618e945ca08" providerId="ADAL" clId="{4FB95715-D70C-439C-BDF4-EE058C35F2A5}" dt="2026-07-01T09:16:05.193" v="1654" actId="1076"/>
          <ac:spMkLst>
            <pc:docMk/>
            <pc:sldMk cId="674875936" sldId="354"/>
            <ac:spMk id="9" creationId="{E8917F89-E6AC-B2CE-2165-730F7DF85506}"/>
          </ac:spMkLst>
        </pc:spChg>
        <pc:spChg chg="mod">
          <ac:chgData name="Catalina Suescun Gonzalez" userId="9d30500f-b5c1-458b-b146-9618e945ca08" providerId="ADAL" clId="{4FB95715-D70C-439C-BDF4-EE058C35F2A5}" dt="2026-07-01T08:51:41.521" v="1375" actId="1036"/>
          <ac:spMkLst>
            <pc:docMk/>
            <pc:sldMk cId="674875936" sldId="354"/>
            <ac:spMk id="10" creationId="{C92742C1-24A5-355D-16C8-3B11CCA55B94}"/>
          </ac:spMkLst>
        </pc:spChg>
        <pc:spChg chg="mod">
          <ac:chgData name="Catalina Suescun Gonzalez" userId="9d30500f-b5c1-458b-b146-9618e945ca08" providerId="ADAL" clId="{4FB95715-D70C-439C-BDF4-EE058C35F2A5}" dt="2026-07-01T08:51:41.521" v="1375" actId="1036"/>
          <ac:spMkLst>
            <pc:docMk/>
            <pc:sldMk cId="674875936" sldId="354"/>
            <ac:spMk id="30" creationId="{0B519678-5858-986A-05EF-2EA36A1DCEE4}"/>
          </ac:spMkLst>
        </pc:spChg>
      </pc:sldChg>
      <pc:sldChg chg="modSp mod">
        <pc:chgData name="Catalina Suescun Gonzalez" userId="9d30500f-b5c1-458b-b146-9618e945ca08" providerId="ADAL" clId="{4FB95715-D70C-439C-BDF4-EE058C35F2A5}" dt="2026-07-01T08:13:34.245" v="854" actId="207"/>
        <pc:sldMkLst>
          <pc:docMk/>
          <pc:sldMk cId="1971117319" sldId="357"/>
        </pc:sldMkLst>
        <pc:spChg chg="mod">
          <ac:chgData name="Catalina Suescun Gonzalez" userId="9d30500f-b5c1-458b-b146-9618e945ca08" providerId="ADAL" clId="{4FB95715-D70C-439C-BDF4-EE058C35F2A5}" dt="2026-07-01T08:08:22.300" v="784"/>
          <ac:spMkLst>
            <pc:docMk/>
            <pc:sldMk cId="1971117319" sldId="357"/>
            <ac:spMk id="3" creationId="{A726F1D4-3888-9600-A024-2CE864261B0F}"/>
          </ac:spMkLst>
        </pc:spChg>
        <pc:spChg chg="mod">
          <ac:chgData name="Catalina Suescun Gonzalez" userId="9d30500f-b5c1-458b-b146-9618e945ca08" providerId="ADAL" clId="{4FB95715-D70C-439C-BDF4-EE058C35F2A5}" dt="2026-07-01T08:09:48.248" v="798" actId="113"/>
          <ac:spMkLst>
            <pc:docMk/>
            <pc:sldMk cId="1971117319" sldId="357"/>
            <ac:spMk id="4" creationId="{03DF9A8A-699E-3302-1653-000CE5D804F4}"/>
          </ac:spMkLst>
        </pc:spChg>
        <pc:spChg chg="mod">
          <ac:chgData name="Catalina Suescun Gonzalez" userId="9d30500f-b5c1-458b-b146-9618e945ca08" providerId="ADAL" clId="{4FB95715-D70C-439C-BDF4-EE058C35F2A5}" dt="2026-07-01T08:11:12.206" v="806" actId="122"/>
          <ac:spMkLst>
            <pc:docMk/>
            <pc:sldMk cId="1971117319" sldId="357"/>
            <ac:spMk id="5" creationId="{899190F7-69DD-FD74-569B-4749D7D8E973}"/>
          </ac:spMkLst>
        </pc:spChg>
        <pc:spChg chg="mod">
          <ac:chgData name="Catalina Suescun Gonzalez" userId="9d30500f-b5c1-458b-b146-9618e945ca08" providerId="ADAL" clId="{4FB95715-D70C-439C-BDF4-EE058C35F2A5}" dt="2026-07-01T08:12:52.915" v="816" actId="207"/>
          <ac:spMkLst>
            <pc:docMk/>
            <pc:sldMk cId="1971117319" sldId="357"/>
            <ac:spMk id="10" creationId="{83E36D6A-2CD4-31C4-8C20-FA7F0EEB7724}"/>
          </ac:spMkLst>
        </pc:spChg>
        <pc:spChg chg="mod">
          <ac:chgData name="Catalina Suescun Gonzalez" userId="9d30500f-b5c1-458b-b146-9618e945ca08" providerId="ADAL" clId="{4FB95715-D70C-439C-BDF4-EE058C35F2A5}" dt="2026-07-01T08:13:34.245" v="854" actId="207"/>
          <ac:spMkLst>
            <pc:docMk/>
            <pc:sldMk cId="1971117319" sldId="357"/>
            <ac:spMk id="15" creationId="{C12A54A3-0338-ED80-81E7-C13A6D85547E}"/>
          </ac:spMkLst>
        </pc:spChg>
        <pc:spChg chg="mod">
          <ac:chgData name="Catalina Suescun Gonzalez" userId="9d30500f-b5c1-458b-b146-9618e945ca08" providerId="ADAL" clId="{4FB95715-D70C-439C-BDF4-EE058C35F2A5}" dt="2026-07-01T08:13:12.682" v="835" actId="207"/>
          <ac:spMkLst>
            <pc:docMk/>
            <pc:sldMk cId="1971117319" sldId="357"/>
            <ac:spMk id="16" creationId="{162812AA-1CCD-8D62-2F68-3BF5B0097066}"/>
          </ac:spMkLst>
        </pc:spChg>
      </pc:sldChg>
      <pc:sldChg chg="modSp mod">
        <pc:chgData name="Catalina Suescun Gonzalez" userId="9d30500f-b5c1-458b-b146-9618e945ca08" providerId="ADAL" clId="{4FB95715-D70C-439C-BDF4-EE058C35F2A5}" dt="2026-07-01T09:21:59.505" v="1681" actId="20577"/>
        <pc:sldMkLst>
          <pc:docMk/>
          <pc:sldMk cId="966140165" sldId="750"/>
        </pc:sldMkLst>
        <pc:spChg chg="mod">
          <ac:chgData name="Catalina Suescun Gonzalez" userId="9d30500f-b5c1-458b-b146-9618e945ca08" providerId="ADAL" clId="{4FB95715-D70C-439C-BDF4-EE058C35F2A5}" dt="2026-07-01T08:03:48.229" v="687"/>
          <ac:spMkLst>
            <pc:docMk/>
            <pc:sldMk cId="966140165" sldId="750"/>
            <ac:spMk id="3" creationId="{5EE7E2B1-1260-50C0-DB96-30AF1ADA4269}"/>
          </ac:spMkLst>
        </pc:spChg>
        <pc:spChg chg="mod">
          <ac:chgData name="Catalina Suescun Gonzalez" userId="9d30500f-b5c1-458b-b146-9618e945ca08" providerId="ADAL" clId="{4FB95715-D70C-439C-BDF4-EE058C35F2A5}" dt="2026-07-01T08:07:46.448" v="783" actId="1036"/>
          <ac:spMkLst>
            <pc:docMk/>
            <pc:sldMk cId="966140165" sldId="750"/>
            <ac:spMk id="4" creationId="{2AE3E1DD-1850-79CC-EED7-37CB0E7F16FB}"/>
          </ac:spMkLst>
        </pc:spChg>
        <pc:spChg chg="mod">
          <ac:chgData name="Catalina Suescun Gonzalez" userId="9d30500f-b5c1-458b-b146-9618e945ca08" providerId="ADAL" clId="{4FB95715-D70C-439C-BDF4-EE058C35F2A5}" dt="2026-07-01T08:04:52.547" v="692"/>
          <ac:spMkLst>
            <pc:docMk/>
            <pc:sldMk cId="966140165" sldId="750"/>
            <ac:spMk id="6" creationId="{7C4C6A3C-4FC2-A86C-5859-2CD11DD6388F}"/>
          </ac:spMkLst>
        </pc:spChg>
        <pc:spChg chg="mod">
          <ac:chgData name="Catalina Suescun Gonzalez" userId="9d30500f-b5c1-458b-b146-9618e945ca08" providerId="ADAL" clId="{4FB95715-D70C-439C-BDF4-EE058C35F2A5}" dt="2026-07-01T09:21:59.505" v="1681" actId="20577"/>
          <ac:spMkLst>
            <pc:docMk/>
            <pc:sldMk cId="966140165" sldId="750"/>
            <ac:spMk id="7" creationId="{821FC855-9D18-49A0-263E-F31A0A9C9BBF}"/>
          </ac:spMkLst>
        </pc:spChg>
        <pc:spChg chg="mod">
          <ac:chgData name="Catalina Suescun Gonzalez" userId="9d30500f-b5c1-458b-b146-9618e945ca08" providerId="ADAL" clId="{4FB95715-D70C-439C-BDF4-EE058C35F2A5}" dt="2026-07-01T08:07:39.696" v="762" actId="1035"/>
          <ac:spMkLst>
            <pc:docMk/>
            <pc:sldMk cId="966140165" sldId="750"/>
            <ac:spMk id="8" creationId="{EABA7EBD-4FEB-3898-E13B-419B1D970096}"/>
          </ac:spMkLst>
        </pc:spChg>
        <pc:spChg chg="mod">
          <ac:chgData name="Catalina Suescun Gonzalez" userId="9d30500f-b5c1-458b-b146-9618e945ca08" providerId="ADAL" clId="{4FB95715-D70C-439C-BDF4-EE058C35F2A5}" dt="2026-07-01T08:07:34.775" v="742" actId="1036"/>
          <ac:spMkLst>
            <pc:docMk/>
            <pc:sldMk cId="966140165" sldId="750"/>
            <ac:spMk id="11" creationId="{4E9FAE2A-7A8F-F5EA-A0E6-56F0FFD480E2}"/>
          </ac:spMkLst>
        </pc:spChg>
        <pc:grpChg chg="mod">
          <ac:chgData name="Catalina Suescun Gonzalez" userId="9d30500f-b5c1-458b-b146-9618e945ca08" providerId="ADAL" clId="{4FB95715-D70C-439C-BDF4-EE058C35F2A5}" dt="2026-07-01T08:04:52.547" v="692"/>
          <ac:grpSpMkLst>
            <pc:docMk/>
            <pc:sldMk cId="966140165" sldId="750"/>
            <ac:grpSpMk id="17" creationId="{08103A72-09B8-3ACE-23C2-36199F84ACE7}"/>
          </ac:grpSpMkLst>
        </pc:grpChg>
        <pc:picChg chg="mod">
          <ac:chgData name="Catalina Suescun Gonzalez" userId="9d30500f-b5c1-458b-b146-9618e945ca08" providerId="ADAL" clId="{4FB95715-D70C-439C-BDF4-EE058C35F2A5}" dt="2026-07-01T08:04:52.547" v="692"/>
          <ac:picMkLst>
            <pc:docMk/>
            <pc:sldMk cId="966140165" sldId="750"/>
            <ac:picMk id="5" creationId="{3C539488-BBBF-5F8F-06B7-66A5DE84D89C}"/>
          </ac:picMkLst>
        </pc:picChg>
      </pc:sldChg>
      <pc:sldChg chg="del">
        <pc:chgData name="Catalina Suescun Gonzalez" userId="9d30500f-b5c1-458b-b146-9618e945ca08" providerId="ADAL" clId="{4FB95715-D70C-439C-BDF4-EE058C35F2A5}" dt="2026-07-01T07:37:41.169" v="7" actId="47"/>
        <pc:sldMkLst>
          <pc:docMk/>
          <pc:sldMk cId="2142460640" sldId="751"/>
        </pc:sldMkLst>
      </pc:sldChg>
      <pc:sldChg chg="addSp delSp modSp mod delAnim modAnim">
        <pc:chgData name="Catalina Suescun Gonzalez" userId="9d30500f-b5c1-458b-b146-9618e945ca08" providerId="ADAL" clId="{4FB95715-D70C-439C-BDF4-EE058C35F2A5}" dt="2026-07-01T08:42:54.769" v="1222" actId="478"/>
        <pc:sldMkLst>
          <pc:docMk/>
          <pc:sldMk cId="2674047050" sldId="753"/>
        </pc:sldMkLst>
        <pc:spChg chg="mod">
          <ac:chgData name="Catalina Suescun Gonzalez" userId="9d30500f-b5c1-458b-b146-9618e945ca08" providerId="ADAL" clId="{4FB95715-D70C-439C-BDF4-EE058C35F2A5}" dt="2026-07-01T08:16:02.681" v="911"/>
          <ac:spMkLst>
            <pc:docMk/>
            <pc:sldMk cId="2674047050" sldId="753"/>
            <ac:spMk id="3" creationId="{A14EE7FD-4915-11B3-8E06-6A1EAD8BE267}"/>
          </ac:spMkLst>
        </pc:spChg>
        <pc:spChg chg="add del mod">
          <ac:chgData name="Catalina Suescun Gonzalez" userId="9d30500f-b5c1-458b-b146-9618e945ca08" providerId="ADAL" clId="{4FB95715-D70C-439C-BDF4-EE058C35F2A5}" dt="2026-07-01T08:42:54.769" v="1222" actId="478"/>
          <ac:spMkLst>
            <pc:docMk/>
            <pc:sldMk cId="2674047050" sldId="753"/>
            <ac:spMk id="8" creationId="{14C80D44-09E9-5AFD-65AA-5594D03AF209}"/>
          </ac:spMkLst>
        </pc:spChg>
      </pc:sldChg>
      <pc:sldChg chg="addSp delSp modSp mod delAnim modAnim">
        <pc:chgData name="Catalina Suescun Gonzalez" userId="9d30500f-b5c1-458b-b146-9618e945ca08" providerId="ADAL" clId="{4FB95715-D70C-439C-BDF4-EE058C35F2A5}" dt="2026-07-01T08:43:21.767" v="1228" actId="478"/>
        <pc:sldMkLst>
          <pc:docMk/>
          <pc:sldMk cId="1833618674" sldId="754"/>
        </pc:sldMkLst>
        <pc:spChg chg="mod">
          <ac:chgData name="Catalina Suescun Gonzalez" userId="9d30500f-b5c1-458b-b146-9618e945ca08" providerId="ADAL" clId="{4FB95715-D70C-439C-BDF4-EE058C35F2A5}" dt="2026-07-01T08:16:07.138" v="912"/>
          <ac:spMkLst>
            <pc:docMk/>
            <pc:sldMk cId="1833618674" sldId="754"/>
            <ac:spMk id="3" creationId="{D6CFA98B-245A-7C6C-666E-18376A5D93C6}"/>
          </ac:spMkLst>
        </pc:spChg>
        <pc:spChg chg="del mod">
          <ac:chgData name="Catalina Suescun Gonzalez" userId="9d30500f-b5c1-458b-b146-9618e945ca08" providerId="ADAL" clId="{4FB95715-D70C-439C-BDF4-EE058C35F2A5}" dt="2026-07-01T08:36:25.055" v="1150" actId="478"/>
          <ac:spMkLst>
            <pc:docMk/>
            <pc:sldMk cId="1833618674" sldId="754"/>
            <ac:spMk id="17" creationId="{C3917E70-621A-2E0B-DD77-A96E41117AE2}"/>
          </ac:spMkLst>
        </pc:spChg>
        <pc:spChg chg="del mod">
          <ac:chgData name="Catalina Suescun Gonzalez" userId="9d30500f-b5c1-458b-b146-9618e945ca08" providerId="ADAL" clId="{4FB95715-D70C-439C-BDF4-EE058C35F2A5}" dt="2026-07-01T08:36:27.982" v="1152" actId="478"/>
          <ac:spMkLst>
            <pc:docMk/>
            <pc:sldMk cId="1833618674" sldId="754"/>
            <ac:spMk id="19" creationId="{33824C93-EEF5-A55F-2CBA-3837252F9C94}"/>
          </ac:spMkLst>
        </pc:spChg>
        <pc:spChg chg="mod">
          <ac:chgData name="Catalina Suescun Gonzalez" userId="9d30500f-b5c1-458b-b146-9618e945ca08" providerId="ADAL" clId="{4FB95715-D70C-439C-BDF4-EE058C35F2A5}" dt="2026-07-01T08:27:46.498" v="987"/>
          <ac:spMkLst>
            <pc:docMk/>
            <pc:sldMk cId="1833618674" sldId="754"/>
            <ac:spMk id="25" creationId="{95EACEEF-FB83-3A8D-B1B2-D2FF2F33A9C4}"/>
          </ac:spMkLst>
        </pc:spChg>
        <pc:spChg chg="add del mod">
          <ac:chgData name="Catalina Suescun Gonzalez" userId="9d30500f-b5c1-458b-b146-9618e945ca08" providerId="ADAL" clId="{4FB95715-D70C-439C-BDF4-EE058C35F2A5}" dt="2026-07-01T08:43:21.767" v="1228" actId="478"/>
          <ac:spMkLst>
            <pc:docMk/>
            <pc:sldMk cId="1833618674" sldId="754"/>
            <ac:spMk id="30" creationId="{49C7FED3-1BE6-7786-4535-79FB6679941D}"/>
          </ac:spMkLst>
        </pc:spChg>
        <pc:grpChg chg="del mod">
          <ac:chgData name="Catalina Suescun Gonzalez" userId="9d30500f-b5c1-458b-b146-9618e945ca08" providerId="ADAL" clId="{4FB95715-D70C-439C-BDF4-EE058C35F2A5}" dt="2026-07-01T08:36:26.775" v="1151" actId="478"/>
          <ac:grpSpMkLst>
            <pc:docMk/>
            <pc:sldMk cId="1833618674" sldId="754"/>
            <ac:grpSpMk id="28" creationId="{E46A516E-6D54-6F57-FCF9-994312EB1FA1}"/>
          </ac:grpSpMkLst>
        </pc:grpChg>
        <pc:cxnChg chg="del mod">
          <ac:chgData name="Catalina Suescun Gonzalez" userId="9d30500f-b5c1-458b-b146-9618e945ca08" providerId="ADAL" clId="{4FB95715-D70C-439C-BDF4-EE058C35F2A5}" dt="2026-07-01T08:36:23.597" v="1149" actId="478"/>
          <ac:cxnSpMkLst>
            <pc:docMk/>
            <pc:sldMk cId="1833618674" sldId="754"/>
            <ac:cxnSpMk id="20" creationId="{83D562AF-C764-D26F-31BD-0A7384A3E20C}"/>
          </ac:cxnSpMkLst>
        </pc:cxnChg>
        <pc:cxnChg chg="del mod">
          <ac:chgData name="Catalina Suescun Gonzalez" userId="9d30500f-b5c1-458b-b146-9618e945ca08" providerId="ADAL" clId="{4FB95715-D70C-439C-BDF4-EE058C35F2A5}" dt="2026-07-01T08:36:22.436" v="1148" actId="478"/>
          <ac:cxnSpMkLst>
            <pc:docMk/>
            <pc:sldMk cId="1833618674" sldId="754"/>
            <ac:cxnSpMk id="22" creationId="{37A76BC0-05D7-1FB1-530F-A91173DA3A20}"/>
          </ac:cxnSpMkLst>
        </pc:cxnChg>
      </pc:sldChg>
      <pc:sldChg chg="addSp delSp modSp mod">
        <pc:chgData name="Catalina Suescun Gonzalez" userId="9d30500f-b5c1-458b-b146-9618e945ca08" providerId="ADAL" clId="{4FB95715-D70C-439C-BDF4-EE058C35F2A5}" dt="2026-07-01T09:06:52.490" v="1546" actId="14100"/>
        <pc:sldMkLst>
          <pc:docMk/>
          <pc:sldMk cId="1756551317" sldId="755"/>
        </pc:sldMkLst>
        <pc:spChg chg="mod">
          <ac:chgData name="Catalina Suescun Gonzalez" userId="9d30500f-b5c1-458b-b146-9618e945ca08" providerId="ADAL" clId="{4FB95715-D70C-439C-BDF4-EE058C35F2A5}" dt="2026-07-01T08:53:30.853" v="1398" actId="20577"/>
          <ac:spMkLst>
            <pc:docMk/>
            <pc:sldMk cId="1756551317" sldId="755"/>
            <ac:spMk id="3" creationId="{382EA8D2-B0A0-08C6-04EC-02B98578B4C9}"/>
          </ac:spMkLst>
        </pc:spChg>
        <pc:spChg chg="del mod">
          <ac:chgData name="Catalina Suescun Gonzalez" userId="9d30500f-b5c1-458b-b146-9618e945ca08" providerId="ADAL" clId="{4FB95715-D70C-439C-BDF4-EE058C35F2A5}" dt="2026-07-01T09:05:40.752" v="1527" actId="478"/>
          <ac:spMkLst>
            <pc:docMk/>
            <pc:sldMk cId="1756551317" sldId="755"/>
            <ac:spMk id="16" creationId="{DABF34AD-7EC5-8AEE-EDD4-E026A6B6B6C4}"/>
          </ac:spMkLst>
        </pc:spChg>
        <pc:spChg chg="del">
          <ac:chgData name="Catalina Suescun Gonzalez" userId="9d30500f-b5c1-458b-b146-9618e945ca08" providerId="ADAL" clId="{4FB95715-D70C-439C-BDF4-EE058C35F2A5}" dt="2026-07-01T08:52:34.688" v="1376" actId="478"/>
          <ac:spMkLst>
            <pc:docMk/>
            <pc:sldMk cId="1756551317" sldId="755"/>
            <ac:spMk id="21" creationId="{EA634A48-D130-4344-2A18-58288FE4A487}"/>
          </ac:spMkLst>
        </pc:spChg>
        <pc:spChg chg="del">
          <ac:chgData name="Catalina Suescun Gonzalez" userId="9d30500f-b5c1-458b-b146-9618e945ca08" providerId="ADAL" clId="{4FB95715-D70C-439C-BDF4-EE058C35F2A5}" dt="2026-07-01T08:52:38.207" v="1377" actId="478"/>
          <ac:spMkLst>
            <pc:docMk/>
            <pc:sldMk cId="1756551317" sldId="755"/>
            <ac:spMk id="24" creationId="{05026EB3-03AD-309B-2EF0-BD7AD4E9E318}"/>
          </ac:spMkLst>
        </pc:spChg>
        <pc:spChg chg="del">
          <ac:chgData name="Catalina Suescun Gonzalez" userId="9d30500f-b5c1-458b-b146-9618e945ca08" providerId="ADAL" clId="{4FB95715-D70C-439C-BDF4-EE058C35F2A5}" dt="2026-07-01T08:52:40.240" v="1378" actId="478"/>
          <ac:spMkLst>
            <pc:docMk/>
            <pc:sldMk cId="1756551317" sldId="755"/>
            <ac:spMk id="25" creationId="{33ACA59E-05C2-FB5D-1147-A02312C0E2EF}"/>
          </ac:spMkLst>
        </pc:spChg>
        <pc:spChg chg="del">
          <ac:chgData name="Catalina Suescun Gonzalez" userId="9d30500f-b5c1-458b-b146-9618e945ca08" providerId="ADAL" clId="{4FB95715-D70C-439C-BDF4-EE058C35F2A5}" dt="2026-07-01T08:52:41.662" v="1379" actId="478"/>
          <ac:spMkLst>
            <pc:docMk/>
            <pc:sldMk cId="1756551317" sldId="755"/>
            <ac:spMk id="28" creationId="{154F4012-6E16-501C-A65B-53153A144286}"/>
          </ac:spMkLst>
        </pc:spChg>
        <pc:spChg chg="del">
          <ac:chgData name="Catalina Suescun Gonzalez" userId="9d30500f-b5c1-458b-b146-9618e945ca08" providerId="ADAL" clId="{4FB95715-D70C-439C-BDF4-EE058C35F2A5}" dt="2026-07-01T09:05:39.274" v="1526" actId="478"/>
          <ac:spMkLst>
            <pc:docMk/>
            <pc:sldMk cId="1756551317" sldId="755"/>
            <ac:spMk id="55" creationId="{915B128C-435D-F873-AEBF-915719EA4FEE}"/>
          </ac:spMkLst>
        </pc:spChg>
        <pc:picChg chg="add mod ord">
          <ac:chgData name="Catalina Suescun Gonzalez" userId="9d30500f-b5c1-458b-b146-9618e945ca08" providerId="ADAL" clId="{4FB95715-D70C-439C-BDF4-EE058C35F2A5}" dt="2026-07-01T09:05:52.507" v="1529" actId="1076"/>
          <ac:picMkLst>
            <pc:docMk/>
            <pc:sldMk cId="1756551317" sldId="755"/>
            <ac:picMk id="4" creationId="{8572147A-0C83-BAE8-A7C1-C3EDFF1872B9}"/>
          </ac:picMkLst>
        </pc:picChg>
        <pc:picChg chg="del">
          <ac:chgData name="Catalina Suescun Gonzalez" userId="9d30500f-b5c1-458b-b146-9618e945ca08" providerId="ADAL" clId="{4FB95715-D70C-439C-BDF4-EE058C35F2A5}" dt="2026-07-01T09:05:04.512" v="1517" actId="478"/>
          <ac:picMkLst>
            <pc:docMk/>
            <pc:sldMk cId="1756551317" sldId="755"/>
            <ac:picMk id="27" creationId="{19D4B84A-E04F-31C0-01E7-1896F2F361F5}"/>
          </ac:picMkLst>
        </pc:picChg>
        <pc:cxnChg chg="mod">
          <ac:chgData name="Catalina Suescun Gonzalez" userId="9d30500f-b5c1-458b-b146-9618e945ca08" providerId="ADAL" clId="{4FB95715-D70C-439C-BDF4-EE058C35F2A5}" dt="2026-07-01T09:05:56.154" v="1530" actId="14100"/>
          <ac:cxnSpMkLst>
            <pc:docMk/>
            <pc:sldMk cId="1756551317" sldId="755"/>
            <ac:cxnSpMk id="14" creationId="{7B1ACCD0-E7F1-A5B8-6EC4-12BDE776238D}"/>
          </ac:cxnSpMkLst>
        </pc:cxnChg>
        <pc:cxnChg chg="mod">
          <ac:chgData name="Catalina Suescun Gonzalez" userId="9d30500f-b5c1-458b-b146-9618e945ca08" providerId="ADAL" clId="{4FB95715-D70C-439C-BDF4-EE058C35F2A5}" dt="2026-07-01T09:06:02.483" v="1532" actId="14100"/>
          <ac:cxnSpMkLst>
            <pc:docMk/>
            <pc:sldMk cId="1756551317" sldId="755"/>
            <ac:cxnSpMk id="36" creationId="{172CDAA8-9EB4-E404-D33A-5E2D525F1A3D}"/>
          </ac:cxnSpMkLst>
        </pc:cxnChg>
        <pc:cxnChg chg="mod">
          <ac:chgData name="Catalina Suescun Gonzalez" userId="9d30500f-b5c1-458b-b146-9618e945ca08" providerId="ADAL" clId="{4FB95715-D70C-439C-BDF4-EE058C35F2A5}" dt="2026-07-01T09:06:52.490" v="1546" actId="14100"/>
          <ac:cxnSpMkLst>
            <pc:docMk/>
            <pc:sldMk cId="1756551317" sldId="755"/>
            <ac:cxnSpMk id="38" creationId="{C82EF5E0-8879-9191-A9FA-BD67DD118E69}"/>
          </ac:cxnSpMkLst>
        </pc:cxnChg>
        <pc:cxnChg chg="mod">
          <ac:chgData name="Catalina Suescun Gonzalez" userId="9d30500f-b5c1-458b-b146-9618e945ca08" providerId="ADAL" clId="{4FB95715-D70C-439C-BDF4-EE058C35F2A5}" dt="2026-07-01T09:05:59.297" v="1531" actId="14100"/>
          <ac:cxnSpMkLst>
            <pc:docMk/>
            <pc:sldMk cId="1756551317" sldId="755"/>
            <ac:cxnSpMk id="44" creationId="{6691BA10-83C8-BAC5-C048-03E1B860D94B}"/>
          </ac:cxnSpMkLst>
        </pc:cxnChg>
      </pc:sldChg>
      <pc:sldChg chg="addSp delSp modSp add del mod ord delAnim modAnim">
        <pc:chgData name="Catalina Suescun Gonzalez" userId="9d30500f-b5c1-458b-b146-9618e945ca08" providerId="ADAL" clId="{4FB95715-D70C-439C-BDF4-EE058C35F2A5}" dt="2026-07-01T08:36:57.927" v="1158" actId="47"/>
        <pc:sldMkLst>
          <pc:docMk/>
          <pc:sldMk cId="30664394" sldId="763"/>
        </pc:sldMkLst>
        <pc:spChg chg="mod">
          <ac:chgData name="Catalina Suescun Gonzalez" userId="9d30500f-b5c1-458b-b146-9618e945ca08" providerId="ADAL" clId="{4FB95715-D70C-439C-BDF4-EE058C35F2A5}" dt="2026-07-01T08:30:29.096" v="1129" actId="1036"/>
          <ac:spMkLst>
            <pc:docMk/>
            <pc:sldMk cId="30664394" sldId="763"/>
            <ac:spMk id="19" creationId="{0FF85555-58E6-EC04-1855-E14E70A80DD5}"/>
          </ac:spMkLst>
        </pc:spChg>
        <pc:spChg chg="del">
          <ac:chgData name="Catalina Suescun Gonzalez" userId="9d30500f-b5c1-458b-b146-9618e945ca08" providerId="ADAL" clId="{4FB95715-D70C-439C-BDF4-EE058C35F2A5}" dt="2026-07-01T08:30:00.197" v="1067" actId="478"/>
          <ac:spMkLst>
            <pc:docMk/>
            <pc:sldMk cId="30664394" sldId="763"/>
            <ac:spMk id="25" creationId="{BC765583-2435-BE24-A2C9-9395B62E0B47}"/>
          </ac:spMkLst>
        </pc:spChg>
        <pc:spChg chg="add del mod">
          <ac:chgData name="Catalina Suescun Gonzalez" userId="9d30500f-b5c1-458b-b146-9618e945ca08" providerId="ADAL" clId="{4FB95715-D70C-439C-BDF4-EE058C35F2A5}" dt="2026-07-01T08:36:36.019" v="1153" actId="21"/>
          <ac:spMkLst>
            <pc:docMk/>
            <pc:sldMk cId="30664394" sldId="763"/>
            <ac:spMk id="30" creationId="{49C7FED3-1BE6-7786-4535-79FB6679941D}"/>
          </ac:spMkLst>
        </pc:spChg>
        <pc:grpChg chg="mod">
          <ac:chgData name="Catalina Suescun Gonzalez" userId="9d30500f-b5c1-458b-b146-9618e945ca08" providerId="ADAL" clId="{4FB95715-D70C-439C-BDF4-EE058C35F2A5}" dt="2026-07-01T08:30:29.096" v="1129" actId="1036"/>
          <ac:grpSpMkLst>
            <pc:docMk/>
            <pc:sldMk cId="30664394" sldId="763"/>
            <ac:grpSpMk id="28" creationId="{DB1A3AB7-9B1D-7EBE-A9B0-CDE8C8FFB8AF}"/>
          </ac:grpSpMkLst>
        </pc:grpChg>
        <pc:cxnChg chg="mod">
          <ac:chgData name="Catalina Suescun Gonzalez" userId="9d30500f-b5c1-458b-b146-9618e945ca08" providerId="ADAL" clId="{4FB95715-D70C-439C-BDF4-EE058C35F2A5}" dt="2026-07-01T08:30:20.203" v="1072" actId="14100"/>
          <ac:cxnSpMkLst>
            <pc:docMk/>
            <pc:sldMk cId="30664394" sldId="763"/>
            <ac:cxnSpMk id="20" creationId="{81708BEF-7F53-77D6-AF67-BAE8631CAED6}"/>
          </ac:cxnSpMkLst>
        </pc:cxnChg>
        <pc:cxnChg chg="mod">
          <ac:chgData name="Catalina Suescun Gonzalez" userId="9d30500f-b5c1-458b-b146-9618e945ca08" providerId="ADAL" clId="{4FB95715-D70C-439C-BDF4-EE058C35F2A5}" dt="2026-07-01T08:30:17.554" v="1071" actId="14100"/>
          <ac:cxnSpMkLst>
            <pc:docMk/>
            <pc:sldMk cId="30664394" sldId="763"/>
            <ac:cxnSpMk id="22" creationId="{31719B53-834A-A79D-E5A4-493EAA4B94A7}"/>
          </ac:cxnSpMkLst>
        </pc:cxnChg>
      </pc:sldChg>
      <pc:sldChg chg="add ord modAnim">
        <pc:chgData name="Catalina Suescun Gonzalez" userId="9d30500f-b5c1-458b-b146-9618e945ca08" providerId="ADAL" clId="{4FB95715-D70C-439C-BDF4-EE058C35F2A5}" dt="2026-07-01T08:49:17.584" v="1341"/>
        <pc:sldMkLst>
          <pc:docMk/>
          <pc:sldMk cId="582580158" sldId="764"/>
        </pc:sldMkLst>
      </pc:sldChg>
      <pc:sldChg chg="addSp delSp modSp add mod modAnim">
        <pc:chgData name="Catalina Suescun Gonzalez" userId="9d30500f-b5c1-458b-b146-9618e945ca08" providerId="ADAL" clId="{4FB95715-D70C-439C-BDF4-EE058C35F2A5}" dt="2026-07-01T09:43:18.887" v="1691" actId="20577"/>
        <pc:sldMkLst>
          <pc:docMk/>
          <pc:sldMk cId="4140565337" sldId="765"/>
        </pc:sldMkLst>
        <pc:spChg chg="mod">
          <ac:chgData name="Catalina Suescun Gonzalez" userId="9d30500f-b5c1-458b-b146-9618e945ca08" providerId="ADAL" clId="{4FB95715-D70C-439C-BDF4-EE058C35F2A5}" dt="2026-07-01T09:43:18.887" v="1691" actId="20577"/>
          <ac:spMkLst>
            <pc:docMk/>
            <pc:sldMk cId="4140565337" sldId="765"/>
            <ac:spMk id="5" creationId="{57688297-4DA8-92D8-C6B7-29B732E8EEA1}"/>
          </ac:spMkLst>
        </pc:spChg>
        <pc:spChg chg="mod">
          <ac:chgData name="Catalina Suescun Gonzalez" userId="9d30500f-b5c1-458b-b146-9618e945ca08" providerId="ADAL" clId="{4FB95715-D70C-439C-BDF4-EE058C35F2A5}" dt="2026-07-01T09:09:05.314" v="1574" actId="20577"/>
          <ac:spMkLst>
            <pc:docMk/>
            <pc:sldMk cId="4140565337" sldId="765"/>
            <ac:spMk id="12" creationId="{9FD799CE-271A-DE76-442B-C336CE0C449C}"/>
          </ac:spMkLst>
        </pc:spChg>
        <pc:spChg chg="mod">
          <ac:chgData name="Catalina Suescun Gonzalez" userId="9d30500f-b5c1-458b-b146-9618e945ca08" providerId="ADAL" clId="{4FB95715-D70C-439C-BDF4-EE058C35F2A5}" dt="2026-07-01T09:08:31.312" v="1559"/>
          <ac:spMkLst>
            <pc:docMk/>
            <pc:sldMk cId="4140565337" sldId="765"/>
            <ac:spMk id="29" creationId="{189D4700-E43B-B9DA-FF6D-11A2A435DCE7}"/>
          </ac:spMkLst>
        </pc:spChg>
        <pc:grpChg chg="add mod">
          <ac:chgData name="Catalina Suescun Gonzalez" userId="9d30500f-b5c1-458b-b146-9618e945ca08" providerId="ADAL" clId="{4FB95715-D70C-439C-BDF4-EE058C35F2A5}" dt="2026-07-01T09:08:31.312" v="1559"/>
          <ac:grpSpMkLst>
            <pc:docMk/>
            <pc:sldMk cId="4140565337" sldId="765"/>
            <ac:grpSpMk id="4" creationId="{3AF794BC-7E51-FF3E-39D6-656E1FE399E3}"/>
          </ac:grpSpMkLst>
        </pc:grpChg>
        <pc:grpChg chg="mod">
          <ac:chgData name="Catalina Suescun Gonzalez" userId="9d30500f-b5c1-458b-b146-9618e945ca08" providerId="ADAL" clId="{4FB95715-D70C-439C-BDF4-EE058C35F2A5}" dt="2026-07-01T09:08:31.312" v="1559"/>
          <ac:grpSpMkLst>
            <pc:docMk/>
            <pc:sldMk cId="4140565337" sldId="765"/>
            <ac:grpSpMk id="7" creationId="{D6ECB6BC-6186-88A0-D0BF-0AB3B20420A9}"/>
          </ac:grpSpMkLst>
        </pc:grpChg>
        <pc:grpChg chg="mod">
          <ac:chgData name="Catalina Suescun Gonzalez" userId="9d30500f-b5c1-458b-b146-9618e945ca08" providerId="ADAL" clId="{4FB95715-D70C-439C-BDF4-EE058C35F2A5}" dt="2026-07-01T09:08:31.312" v="1559"/>
          <ac:grpSpMkLst>
            <pc:docMk/>
            <pc:sldMk cId="4140565337" sldId="765"/>
            <ac:grpSpMk id="10" creationId="{A6BD8C5C-50FB-4AC5-A28E-66D8945DA848}"/>
          </ac:grpSpMkLst>
        </pc:grpChg>
        <pc:grpChg chg="del mod">
          <ac:chgData name="Catalina Suescun Gonzalez" userId="9d30500f-b5c1-458b-b146-9618e945ca08" providerId="ADAL" clId="{4FB95715-D70C-439C-BDF4-EE058C35F2A5}" dt="2026-07-01T08:45:31.508" v="1260" actId="478"/>
          <ac:grpSpMkLst>
            <pc:docMk/>
            <pc:sldMk cId="4140565337" sldId="765"/>
            <ac:grpSpMk id="32" creationId="{1EAB2366-48BF-5326-8A3F-4FC5E69534D8}"/>
          </ac:grpSpMkLst>
        </pc:grpChg>
        <pc:picChg chg="mod">
          <ac:chgData name="Catalina Suescun Gonzalez" userId="9d30500f-b5c1-458b-b146-9618e945ca08" providerId="ADAL" clId="{4FB95715-D70C-439C-BDF4-EE058C35F2A5}" dt="2026-07-01T08:46:55.519" v="1283" actId="1036"/>
          <ac:picMkLst>
            <pc:docMk/>
            <pc:sldMk cId="4140565337" sldId="765"/>
            <ac:picMk id="6" creationId="{41707DAE-0F67-2E1C-5ADA-A5F379F0B781}"/>
          </ac:picMkLst>
        </pc:picChg>
        <pc:picChg chg="mod">
          <ac:chgData name="Catalina Suescun Gonzalez" userId="9d30500f-b5c1-458b-b146-9618e945ca08" providerId="ADAL" clId="{4FB95715-D70C-439C-BDF4-EE058C35F2A5}" dt="2026-07-01T09:08:31.312" v="1559"/>
          <ac:picMkLst>
            <pc:docMk/>
            <pc:sldMk cId="4140565337" sldId="765"/>
            <ac:picMk id="9" creationId="{917EF563-0F2F-6F28-9729-4BA6C4EF7509}"/>
          </ac:picMkLst>
        </pc:picChg>
        <pc:picChg chg="del">
          <ac:chgData name="Catalina Suescun Gonzalez" userId="9d30500f-b5c1-458b-b146-9618e945ca08" providerId="ADAL" clId="{4FB95715-D70C-439C-BDF4-EE058C35F2A5}" dt="2026-07-01T08:44:48.910" v="1251" actId="478"/>
          <ac:picMkLst>
            <pc:docMk/>
            <pc:sldMk cId="4140565337" sldId="765"/>
            <ac:picMk id="13" creationId="{33DE0169-965A-BB4E-C969-A528C775E2D2}"/>
          </ac:picMkLst>
        </pc:picChg>
        <pc:picChg chg="add del mod">
          <ac:chgData name="Catalina Suescun Gonzalez" userId="9d30500f-b5c1-458b-b146-9618e945ca08" providerId="ADAL" clId="{4FB95715-D70C-439C-BDF4-EE058C35F2A5}" dt="2026-07-01T08:39:22.548" v="1173" actId="478"/>
          <ac:picMkLst>
            <pc:docMk/>
            <pc:sldMk cId="4140565337" sldId="765"/>
            <ac:picMk id="14" creationId="{D27900FE-8CB1-1711-94E1-149F834659B1}"/>
          </ac:picMkLst>
        </pc:picChg>
        <pc:picChg chg="mod">
          <ac:chgData name="Catalina Suescun Gonzalez" userId="9d30500f-b5c1-458b-b146-9618e945ca08" providerId="ADAL" clId="{4FB95715-D70C-439C-BDF4-EE058C35F2A5}" dt="2026-07-01T09:08:31.312" v="1559"/>
          <ac:picMkLst>
            <pc:docMk/>
            <pc:sldMk cId="4140565337" sldId="765"/>
            <ac:picMk id="25" creationId="{D0AA262B-362F-290D-6972-97C744F85D15}"/>
          </ac:picMkLst>
        </pc:picChg>
        <pc:picChg chg="add del">
          <ac:chgData name="Catalina Suescun Gonzalez" userId="9d30500f-b5c1-458b-b146-9618e945ca08" providerId="ADAL" clId="{4FB95715-D70C-439C-BDF4-EE058C35F2A5}" dt="2026-07-01T08:39:26.239" v="1175" actId="478"/>
          <ac:picMkLst>
            <pc:docMk/>
            <pc:sldMk cId="4140565337" sldId="765"/>
            <ac:picMk id="1026" creationId="{1B01C3A8-3B52-367E-912F-FDDFE02DE652}"/>
          </ac:picMkLst>
        </pc:picChg>
        <pc:cxnChg chg="del mod">
          <ac:chgData name="Catalina Suescun Gonzalez" userId="9d30500f-b5c1-458b-b146-9618e945ca08" providerId="ADAL" clId="{4FB95715-D70C-439C-BDF4-EE058C35F2A5}" dt="2026-07-01T08:44:47.012" v="1250" actId="478"/>
          <ac:cxnSpMkLst>
            <pc:docMk/>
            <pc:sldMk cId="4140565337" sldId="765"/>
            <ac:cxnSpMk id="11" creationId="{A366902C-90C6-CE1C-1DFC-C2D40350FA7D}"/>
          </ac:cxnSpMkLst>
        </pc:cxnChg>
        <pc:cxnChg chg="mod">
          <ac:chgData name="Catalina Suescun Gonzalez" userId="9d30500f-b5c1-458b-b146-9618e945ca08" providerId="ADAL" clId="{4FB95715-D70C-439C-BDF4-EE058C35F2A5}" dt="2026-07-01T09:08:31.312" v="1559"/>
          <ac:cxnSpMkLst>
            <pc:docMk/>
            <pc:sldMk cId="4140565337" sldId="765"/>
            <ac:cxnSpMk id="18" creationId="{1CD7F275-2F4B-A66B-C7E4-B4F6F686B4C6}"/>
          </ac:cxnSpMkLst>
        </pc:cxnChg>
        <pc:cxnChg chg="mod">
          <ac:chgData name="Catalina Suescun Gonzalez" userId="9d30500f-b5c1-458b-b146-9618e945ca08" providerId="ADAL" clId="{4FB95715-D70C-439C-BDF4-EE058C35F2A5}" dt="2026-07-01T09:08:31.312" v="1559"/>
          <ac:cxnSpMkLst>
            <pc:docMk/>
            <pc:sldMk cId="4140565337" sldId="765"/>
            <ac:cxnSpMk id="19" creationId="{32163116-C086-5E3A-24FF-147EAF532DE8}"/>
          </ac:cxnSpMkLst>
        </pc:cxnChg>
        <pc:cxnChg chg="mod">
          <ac:chgData name="Catalina Suescun Gonzalez" userId="9d30500f-b5c1-458b-b146-9618e945ca08" providerId="ADAL" clId="{4FB95715-D70C-439C-BDF4-EE058C35F2A5}" dt="2026-07-01T09:08:31.312" v="1559"/>
          <ac:cxnSpMkLst>
            <pc:docMk/>
            <pc:sldMk cId="4140565337" sldId="765"/>
            <ac:cxnSpMk id="22" creationId="{7B9699AE-D75D-E71B-0C2F-5E12B1C8C8CB}"/>
          </ac:cxnSpMkLst>
        </pc:cxnChg>
      </pc:sldChg>
      <pc:sldChg chg="delSp modSp add mod modAnim">
        <pc:chgData name="Catalina Suescun Gonzalez" userId="9d30500f-b5c1-458b-b146-9618e945ca08" providerId="ADAL" clId="{4FB95715-D70C-439C-BDF4-EE058C35F2A5}" dt="2026-07-01T09:36:28.533" v="1684" actId="1076"/>
        <pc:sldMkLst>
          <pc:docMk/>
          <pc:sldMk cId="820855076" sldId="766"/>
        </pc:sldMkLst>
        <pc:spChg chg="mod">
          <ac:chgData name="Catalina Suescun Gonzalez" userId="9d30500f-b5c1-458b-b146-9618e945ca08" providerId="ADAL" clId="{4FB95715-D70C-439C-BDF4-EE058C35F2A5}" dt="2026-07-01T09:36:28.533" v="1684" actId="1076"/>
          <ac:spMkLst>
            <pc:docMk/>
            <pc:sldMk cId="820855076" sldId="766"/>
            <ac:spMk id="8" creationId="{B3C8F093-2A7A-6B7D-F4AE-485B1F95DA4B}"/>
          </ac:spMkLst>
        </pc:spChg>
        <pc:grpChg chg="mod">
          <ac:chgData name="Catalina Suescun Gonzalez" userId="9d30500f-b5c1-458b-b146-9618e945ca08" providerId="ADAL" clId="{4FB95715-D70C-439C-BDF4-EE058C35F2A5}" dt="2026-07-01T08:47:53.031" v="1322" actId="1076"/>
          <ac:grpSpMkLst>
            <pc:docMk/>
            <pc:sldMk cId="820855076" sldId="766"/>
            <ac:grpSpMk id="4" creationId="{3BD51231-D769-D00E-AA07-16B7976F0A77}"/>
          </ac:grpSpMkLst>
        </pc:grpChg>
        <pc:grpChg chg="mod">
          <ac:chgData name="Catalina Suescun Gonzalez" userId="9d30500f-b5c1-458b-b146-9618e945ca08" providerId="ADAL" clId="{4FB95715-D70C-439C-BDF4-EE058C35F2A5}" dt="2026-07-01T08:47:44.526" v="1321" actId="1076"/>
          <ac:grpSpMkLst>
            <pc:docMk/>
            <pc:sldMk cId="820855076" sldId="766"/>
            <ac:grpSpMk id="29" creationId="{AFFE7D56-9EC2-BF34-0006-FEC4DDDA1C36}"/>
          </ac:grpSpMkLst>
        </pc:grpChg>
        <pc:picChg chg="del mod">
          <ac:chgData name="Catalina Suescun Gonzalez" userId="9d30500f-b5c1-458b-b146-9618e945ca08" providerId="ADAL" clId="{4FB95715-D70C-439C-BDF4-EE058C35F2A5}" dt="2026-07-01T08:41:33.630" v="1206" actId="478"/>
          <ac:picMkLst>
            <pc:docMk/>
            <pc:sldMk cId="820855076" sldId="766"/>
            <ac:picMk id="6" creationId="{1DBED91E-9B58-0D8C-FD2C-4B0F7D6CCEFA}"/>
          </ac:picMkLst>
        </pc:picChg>
        <pc:picChg chg="del">
          <ac:chgData name="Catalina Suescun Gonzalez" userId="9d30500f-b5c1-458b-b146-9618e945ca08" providerId="ADAL" clId="{4FB95715-D70C-439C-BDF4-EE058C35F2A5}" dt="2026-07-01T08:41:32.123" v="1204" actId="478"/>
          <ac:picMkLst>
            <pc:docMk/>
            <pc:sldMk cId="820855076" sldId="766"/>
            <ac:picMk id="13" creationId="{240F7CAA-7BE2-6D58-FECE-3CF59E178DF9}"/>
          </ac:picMkLst>
        </pc:picChg>
        <pc:picChg chg="del">
          <ac:chgData name="Catalina Suescun Gonzalez" userId="9d30500f-b5c1-458b-b146-9618e945ca08" providerId="ADAL" clId="{4FB95715-D70C-439C-BDF4-EE058C35F2A5}" dt="2026-07-01T08:40:52.598" v="1194" actId="478"/>
          <ac:picMkLst>
            <pc:docMk/>
            <pc:sldMk cId="820855076" sldId="766"/>
            <ac:picMk id="1026" creationId="{CCDD088A-41FA-8504-9393-6E13EF00C3FD}"/>
          </ac:picMkLst>
        </pc:picChg>
      </pc:sldChg>
      <pc:sldChg chg="addSp delSp modSp add mod ord delAnim modAnim">
        <pc:chgData name="Catalina Suescun Gonzalez" userId="9d30500f-b5c1-458b-b146-9618e945ca08" providerId="ADAL" clId="{4FB95715-D70C-439C-BDF4-EE058C35F2A5}" dt="2026-07-01T08:48:53.505" v="1336"/>
        <pc:sldMkLst>
          <pc:docMk/>
          <pc:sldMk cId="3709358771" sldId="767"/>
        </pc:sldMkLst>
        <pc:spChg chg="mod">
          <ac:chgData name="Catalina Suescun Gonzalez" userId="9d30500f-b5c1-458b-b146-9618e945ca08" providerId="ADAL" clId="{4FB95715-D70C-439C-BDF4-EE058C35F2A5}" dt="2026-07-01T08:43:44.917" v="1236" actId="164"/>
          <ac:spMkLst>
            <pc:docMk/>
            <pc:sldMk cId="3709358771" sldId="767"/>
            <ac:spMk id="8" creationId="{D74B7668-3056-9E63-485B-F5B286076FC0}"/>
          </ac:spMkLst>
        </pc:spChg>
        <pc:spChg chg="del">
          <ac:chgData name="Catalina Suescun Gonzalez" userId="9d30500f-b5c1-458b-b146-9618e945ca08" providerId="ADAL" clId="{4FB95715-D70C-439C-BDF4-EE058C35F2A5}" dt="2026-07-01T08:44:09.529" v="1245" actId="478"/>
          <ac:spMkLst>
            <pc:docMk/>
            <pc:sldMk cId="3709358771" sldId="767"/>
            <ac:spMk id="25" creationId="{620DB106-C403-C8C8-5DEC-352387277341}"/>
          </ac:spMkLst>
        </pc:spChg>
        <pc:spChg chg="mod">
          <ac:chgData name="Catalina Suescun Gonzalez" userId="9d30500f-b5c1-458b-b146-9618e945ca08" providerId="ADAL" clId="{4FB95715-D70C-439C-BDF4-EE058C35F2A5}" dt="2026-07-01T08:48:44.623" v="1335" actId="1076"/>
          <ac:spMkLst>
            <pc:docMk/>
            <pc:sldMk cId="3709358771" sldId="767"/>
            <ac:spMk id="30" creationId="{38B64881-F6DF-6C81-9563-E7390B2F1F78}"/>
          </ac:spMkLst>
        </pc:spChg>
        <pc:grpChg chg="del">
          <ac:chgData name="Catalina Suescun Gonzalez" userId="9d30500f-b5c1-458b-b146-9618e945ca08" providerId="ADAL" clId="{4FB95715-D70C-439C-BDF4-EE058C35F2A5}" dt="2026-07-01T08:43:31.645" v="1233" actId="478"/>
          <ac:grpSpMkLst>
            <pc:docMk/>
            <pc:sldMk cId="3709358771" sldId="767"/>
            <ac:grpSpMk id="4" creationId="{6BED3F00-D48C-D41C-EF75-6C774B9BEF43}"/>
          </ac:grpSpMkLst>
        </pc:grpChg>
        <pc:grpChg chg="add mod">
          <ac:chgData name="Catalina Suescun Gonzalez" userId="9d30500f-b5c1-458b-b146-9618e945ca08" providerId="ADAL" clId="{4FB95715-D70C-439C-BDF4-EE058C35F2A5}" dt="2026-07-01T08:48:37.632" v="1333" actId="1036"/>
          <ac:grpSpMkLst>
            <pc:docMk/>
            <pc:sldMk cId="3709358771" sldId="767"/>
            <ac:grpSpMk id="14" creationId="{D350C479-FF62-35BA-FEA3-D2AF606365C8}"/>
          </ac:grpSpMkLst>
        </pc:grpChg>
        <pc:grpChg chg="del">
          <ac:chgData name="Catalina Suescun Gonzalez" userId="9d30500f-b5c1-458b-b146-9618e945ca08" providerId="ADAL" clId="{4FB95715-D70C-439C-BDF4-EE058C35F2A5}" dt="2026-07-01T08:43:29.391" v="1230" actId="478"/>
          <ac:grpSpMkLst>
            <pc:docMk/>
            <pc:sldMk cId="3709358771" sldId="767"/>
            <ac:grpSpMk id="33" creationId="{A33CA659-6383-D17B-D0B4-B207DCEC5BB6}"/>
          </ac:grpSpMkLst>
        </pc:grpChg>
        <pc:picChg chg="del">
          <ac:chgData name="Catalina Suescun Gonzalez" userId="9d30500f-b5c1-458b-b146-9618e945ca08" providerId="ADAL" clId="{4FB95715-D70C-439C-BDF4-EE058C35F2A5}" dt="2026-07-01T08:43:31.057" v="1232" actId="478"/>
          <ac:picMkLst>
            <pc:docMk/>
            <pc:sldMk cId="3709358771" sldId="767"/>
            <ac:picMk id="6" creationId="{F8E11A42-AAFB-2275-D42D-6BC690913001}"/>
          </ac:picMkLst>
        </pc:picChg>
        <pc:picChg chg="mod">
          <ac:chgData name="Catalina Suescun Gonzalez" userId="9d30500f-b5c1-458b-b146-9618e945ca08" providerId="ADAL" clId="{4FB95715-D70C-439C-BDF4-EE058C35F2A5}" dt="2026-07-01T08:43:44.917" v="1236" actId="164"/>
          <ac:picMkLst>
            <pc:docMk/>
            <pc:sldMk cId="3709358771" sldId="767"/>
            <ac:picMk id="11" creationId="{7A1000D0-159E-82FA-A707-3FDB100ABA53}"/>
          </ac:picMkLst>
        </pc:picChg>
        <pc:picChg chg="del">
          <ac:chgData name="Catalina Suescun Gonzalez" userId="9d30500f-b5c1-458b-b146-9618e945ca08" providerId="ADAL" clId="{4FB95715-D70C-439C-BDF4-EE058C35F2A5}" dt="2026-07-01T08:43:30.457" v="1231" actId="478"/>
          <ac:picMkLst>
            <pc:docMk/>
            <pc:sldMk cId="3709358771" sldId="767"/>
            <ac:picMk id="13" creationId="{CF8C1066-FD39-31C8-6109-8CF37203EBA6}"/>
          </ac:picMkLst>
        </pc:picChg>
        <pc:picChg chg="del">
          <ac:chgData name="Catalina Suescun Gonzalez" userId="9d30500f-b5c1-458b-b146-9618e945ca08" providerId="ADAL" clId="{4FB95715-D70C-439C-BDF4-EE058C35F2A5}" dt="2026-07-01T08:43:28.600" v="1229" actId="478"/>
          <ac:picMkLst>
            <pc:docMk/>
            <pc:sldMk cId="3709358771" sldId="767"/>
            <ac:picMk id="1026" creationId="{B023099A-EB47-A5BE-2226-365379A9BB64}"/>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57596CF-0DBC-49A1-8266-74216EEE35B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Date Placeholder 2">
            <a:extLst>
              <a:ext uri="{FF2B5EF4-FFF2-40B4-BE49-F238E27FC236}">
                <a16:creationId xmlns:a16="http://schemas.microsoft.com/office/drawing/2014/main" id="{674EE6A5-DF73-43AC-8AF4-71A02A6DD31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5DE4C2E-18D9-4DE9-A587-37B9D5A5E23B}" type="datetimeFigureOut">
              <a:rPr lang="es-CL" smtClean="0"/>
              <a:t>01-07-2026</a:t>
            </a:fld>
            <a:endParaRPr lang="es-CL"/>
          </a:p>
        </p:txBody>
      </p:sp>
      <p:sp>
        <p:nvSpPr>
          <p:cNvPr id="4" name="Footer Placeholder 3">
            <a:extLst>
              <a:ext uri="{FF2B5EF4-FFF2-40B4-BE49-F238E27FC236}">
                <a16:creationId xmlns:a16="http://schemas.microsoft.com/office/drawing/2014/main" id="{7D58B595-B4C3-466A-8D54-AA587AC17B5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5" name="Slide Number Placeholder 4">
            <a:extLst>
              <a:ext uri="{FF2B5EF4-FFF2-40B4-BE49-F238E27FC236}">
                <a16:creationId xmlns:a16="http://schemas.microsoft.com/office/drawing/2014/main" id="{4A23EABD-7731-4419-A416-92FE0B41CAF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934FE76-2044-4244-B686-3BB55E899A74}" type="slidenum">
              <a:rPr lang="es-CL" smtClean="0"/>
              <a:t>‹#›</a:t>
            </a:fld>
            <a:endParaRPr lang="es-CL"/>
          </a:p>
        </p:txBody>
      </p:sp>
    </p:spTree>
    <p:extLst>
      <p:ext uri="{BB962C8B-B14F-4D97-AF65-F5344CB8AC3E}">
        <p14:creationId xmlns:p14="http://schemas.microsoft.com/office/powerpoint/2010/main" val="333957123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D45F77-1407-42D8-B701-2284F607F81C}" type="datetimeFigureOut">
              <a:rPr lang="en-US" smtClean="0"/>
              <a:t>7/1/2026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ED5EF4-5DF0-4ACC-B742-BA8322BAE748}" type="slidenum">
              <a:rPr lang="en-US" smtClean="0"/>
              <a:t>‹#›</a:t>
            </a:fld>
            <a:endParaRPr lang="en-US"/>
          </a:p>
        </p:txBody>
      </p:sp>
    </p:spTree>
    <p:extLst>
      <p:ext uri="{BB962C8B-B14F-4D97-AF65-F5344CB8AC3E}">
        <p14:creationId xmlns:p14="http://schemas.microsoft.com/office/powerpoint/2010/main" val="2786889996"/>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a:p>
            <a:r>
              <a:rPr lang="fr-FR" dirty="0"/>
              <a:t>Bonjour à toutes et à tous, Aujourd’hui, je vais vous présenter </a:t>
            </a:r>
            <a:r>
              <a:rPr lang="fr-FR" b="1" dirty="0"/>
              <a:t>RESSER</a:t>
            </a:r>
            <a:r>
              <a:rPr lang="fr-FR" dirty="0"/>
              <a:t>, </a:t>
            </a:r>
            <a:endParaRPr lang="en-US" dirty="0"/>
          </a:p>
        </p:txBody>
      </p:sp>
      <p:sp>
        <p:nvSpPr>
          <p:cNvPr id="4" name="Slide Number Placeholder 3"/>
          <p:cNvSpPr>
            <a:spLocks noGrp="1"/>
          </p:cNvSpPr>
          <p:nvPr>
            <p:ph type="sldNum" sz="quarter" idx="5"/>
          </p:nvPr>
        </p:nvSpPr>
        <p:spPr/>
        <p:txBody>
          <a:bodyPr/>
          <a:lstStyle/>
          <a:p>
            <a:fld id="{81ED5EF4-5DF0-4ACC-B742-BA8322BAE748}" type="slidenum">
              <a:rPr lang="en-US" smtClean="0"/>
              <a:t>1</a:t>
            </a:fld>
            <a:endParaRPr lang="en-US"/>
          </a:p>
        </p:txBody>
      </p:sp>
    </p:spTree>
    <p:extLst>
      <p:ext uri="{BB962C8B-B14F-4D97-AF65-F5344CB8AC3E}">
        <p14:creationId xmlns:p14="http://schemas.microsoft.com/office/powerpoint/2010/main" val="25286544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0498E-102F-5F8A-9B8B-D7DBEE6E8C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20D6AB-2223-7BEE-79E9-5E11AE785D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A26AC7-2489-A1EE-F4B6-310E0438787F}"/>
              </a:ext>
            </a:extLst>
          </p:cNvPr>
          <p:cNvSpPr>
            <a:spLocks noGrp="1"/>
          </p:cNvSpPr>
          <p:nvPr>
            <p:ph type="body" idx="1"/>
          </p:nvPr>
        </p:nvSpPr>
        <p:spPr/>
        <p:txBody>
          <a:bodyPr/>
          <a:lstStyle/>
          <a:p>
            <a:endParaRPr lang="fr-FR"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1962A1D5-25E9-D824-809A-D5F0C55D1742}"/>
              </a:ext>
            </a:extLst>
          </p:cNvPr>
          <p:cNvSpPr>
            <a:spLocks noGrp="1"/>
          </p:cNvSpPr>
          <p:nvPr>
            <p:ph type="sldNum" sz="quarter" idx="5"/>
          </p:nvPr>
        </p:nvSpPr>
        <p:spPr/>
        <p:txBody>
          <a:bodyPr/>
          <a:lstStyle/>
          <a:p>
            <a:fld id="{81ED5EF4-5DF0-4ACC-B742-BA8322BAE748}" type="slidenum">
              <a:rPr lang="en-US" smtClean="0"/>
              <a:t>2</a:t>
            </a:fld>
            <a:endParaRPr lang="en-US"/>
          </a:p>
        </p:txBody>
      </p:sp>
    </p:spTree>
    <p:extLst>
      <p:ext uri="{BB962C8B-B14F-4D97-AF65-F5344CB8AC3E}">
        <p14:creationId xmlns:p14="http://schemas.microsoft.com/office/powerpoint/2010/main" val="915097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Pour ce faire, l’équipe RESSER est composée de profils complémentaires et multidisciplinaires.</a:t>
            </a:r>
            <a:endParaRPr lang="en-US" dirty="0"/>
          </a:p>
        </p:txBody>
      </p:sp>
      <p:sp>
        <p:nvSpPr>
          <p:cNvPr id="4" name="Slide Number Placeholder 3"/>
          <p:cNvSpPr>
            <a:spLocks noGrp="1"/>
          </p:cNvSpPr>
          <p:nvPr>
            <p:ph type="sldNum" sz="quarter" idx="5"/>
          </p:nvPr>
        </p:nvSpPr>
        <p:spPr/>
        <p:txBody>
          <a:bodyPr/>
          <a:lstStyle/>
          <a:p>
            <a:fld id="{81ED5EF4-5DF0-4ACC-B742-BA8322BAE748}" type="slidenum">
              <a:rPr lang="en-US" smtClean="0"/>
              <a:t>3</a:t>
            </a:fld>
            <a:endParaRPr lang="en-US"/>
          </a:p>
        </p:txBody>
      </p:sp>
    </p:spTree>
    <p:extLst>
      <p:ext uri="{BB962C8B-B14F-4D97-AF65-F5344CB8AC3E}">
        <p14:creationId xmlns:p14="http://schemas.microsoft.com/office/powerpoint/2010/main" val="21752602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170EE-16A3-13CD-B9D0-02781C5739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0B0EA9-29B1-8542-0E1E-4F13B98FBE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05B8DF-CA22-D544-7E8E-6077152F75EB}"/>
              </a:ext>
            </a:extLst>
          </p:cNvPr>
          <p:cNvSpPr>
            <a:spLocks noGrp="1"/>
          </p:cNvSpPr>
          <p:nvPr>
            <p:ph type="body" idx="1"/>
          </p:nvPr>
        </p:nvSpPr>
        <p:spPr/>
        <p:txBody>
          <a:bodyPr/>
          <a:lstStyle/>
          <a:p>
            <a:r>
              <a:rPr lang="fr-FR" sz="1200" kern="1200" dirty="0">
                <a:solidFill>
                  <a:schemeClr val="tx1"/>
                </a:solidFill>
                <a:effectLst/>
                <a:latin typeface="+mn-lt"/>
                <a:ea typeface="+mn-ea"/>
                <a:cs typeface="+mn-cs"/>
              </a:rPr>
              <a:t>Imaginez : vous faites vos courses au supermarché.</a:t>
            </a: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Vous rentrez chez vous avec vos sacs remplis… mais honnêtement, savez-vous réellement combien de plastique vous venez d’acheter ?</a:t>
            </a: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Quel type de plastique ?</a:t>
            </a: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Lequel est recyclable ?</a:t>
            </a: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Et surtout… où finit réellement ce déchet après avoir été jeté ?</a:t>
            </a:r>
          </a:p>
        </p:txBody>
      </p:sp>
      <p:sp>
        <p:nvSpPr>
          <p:cNvPr id="4" name="Slide Number Placeholder 3">
            <a:extLst>
              <a:ext uri="{FF2B5EF4-FFF2-40B4-BE49-F238E27FC236}">
                <a16:creationId xmlns:a16="http://schemas.microsoft.com/office/drawing/2014/main" id="{AD94926B-185B-36BD-1DF5-D3C1EA9DAB92}"/>
              </a:ext>
            </a:extLst>
          </p:cNvPr>
          <p:cNvSpPr>
            <a:spLocks noGrp="1"/>
          </p:cNvSpPr>
          <p:nvPr>
            <p:ph type="sldNum" sz="quarter" idx="5"/>
          </p:nvPr>
        </p:nvSpPr>
        <p:spPr/>
        <p:txBody>
          <a:bodyPr/>
          <a:lstStyle/>
          <a:p>
            <a:fld id="{81ED5EF4-5DF0-4ACC-B742-BA8322BAE748}" type="slidenum">
              <a:rPr lang="en-US" smtClean="0"/>
              <a:t>4</a:t>
            </a:fld>
            <a:endParaRPr lang="en-US"/>
          </a:p>
        </p:txBody>
      </p:sp>
    </p:spTree>
    <p:extLst>
      <p:ext uri="{BB962C8B-B14F-4D97-AF65-F5344CB8AC3E}">
        <p14:creationId xmlns:p14="http://schemas.microsoft.com/office/powerpoint/2010/main" val="917099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E805A-548F-D9A6-B69E-219975EAC6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438201-ABB6-9E90-522C-776674F8D2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E33329-391D-F064-940C-F530E8E59426}"/>
              </a:ext>
            </a:extLst>
          </p:cNvPr>
          <p:cNvSpPr>
            <a:spLocks noGrp="1"/>
          </p:cNvSpPr>
          <p:nvPr>
            <p:ph type="body" idx="1"/>
          </p:nvPr>
        </p:nvSpPr>
        <p:spPr/>
        <p:txBody>
          <a:bodyPr/>
          <a:lstStyle/>
          <a:p>
            <a:r>
              <a:rPr lang="fr-FR" dirty="0"/>
              <a:t>Grâce aux recherches menées au sein du laboratoire ERPI, nous savons que, dans un cas d’étude en région parisienne, seulement 26 % des matériaux sont collectés et envoyés vers des centres de tri, tandis que près de 80 % des déchets sont incinérés ou envoyé en décharge. Pourtant, nous ne connaissons pas le taux réel de plastique consommé. Le système actuel manque donc de traçabilité entre la consommation, le tri et le recyclage.</a:t>
            </a:r>
          </a:p>
          <a:p>
            <a:endParaRPr lang="fr-FR"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kern="1200" dirty="0">
                <a:solidFill>
                  <a:schemeClr val="tx1"/>
                </a:solidFill>
                <a:effectLst/>
                <a:latin typeface="+mn-lt"/>
                <a:ea typeface="+mn-ea"/>
                <a:cs typeface="+mn-cs"/>
              </a:rPr>
              <a:t>En plus, la France a le taux de recyclage des emballages le plus bas d’Europe.</a:t>
            </a:r>
          </a:p>
          <a:p>
            <a:endParaRPr lang="fr-FR"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C81AE5F6-E781-EAB7-257D-FE2C5DCF9F7A}"/>
              </a:ext>
            </a:extLst>
          </p:cNvPr>
          <p:cNvSpPr>
            <a:spLocks noGrp="1"/>
          </p:cNvSpPr>
          <p:nvPr>
            <p:ph type="sldNum" sz="quarter" idx="5"/>
          </p:nvPr>
        </p:nvSpPr>
        <p:spPr/>
        <p:txBody>
          <a:bodyPr/>
          <a:lstStyle/>
          <a:p>
            <a:fld id="{81ED5EF4-5DF0-4ACC-B742-BA8322BAE748}" type="slidenum">
              <a:rPr lang="en-US" smtClean="0"/>
              <a:t>5</a:t>
            </a:fld>
            <a:endParaRPr lang="en-US"/>
          </a:p>
        </p:txBody>
      </p:sp>
    </p:spTree>
    <p:extLst>
      <p:ext uri="{BB962C8B-B14F-4D97-AF65-F5344CB8AC3E}">
        <p14:creationId xmlns:p14="http://schemas.microsoft.com/office/powerpoint/2010/main" val="16081037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F8FF4-A241-2D38-9D56-B789178D19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48C82F-5062-44F5-6ED0-61E2528F53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A9B3E4-2DA7-2D35-145B-685DA95E5F2C}"/>
              </a:ext>
            </a:extLst>
          </p:cNvPr>
          <p:cNvSpPr>
            <a:spLocks noGrp="1"/>
          </p:cNvSpPr>
          <p:nvPr>
            <p:ph type="body" idx="1"/>
          </p:nvPr>
        </p:nvSpPr>
        <p:spPr/>
        <p:txBody>
          <a:bodyPr/>
          <a:lstStyle/>
          <a:p>
            <a:r>
              <a:rPr lang="fr-FR" sz="1200" kern="1200" dirty="0">
                <a:solidFill>
                  <a:schemeClr val="tx1"/>
                </a:solidFill>
                <a:effectLst/>
                <a:latin typeface="+mn-lt"/>
                <a:ea typeface="+mn-ea"/>
                <a:cs typeface="+mn-cs"/>
              </a:rPr>
              <a:t>C’est là que RESSER intervient.</a:t>
            </a:r>
          </a:p>
          <a:p>
            <a:r>
              <a:rPr lang="fr-FR" dirty="0"/>
              <a:t>Cette fois si elle a un app </a:t>
            </a:r>
            <a:br>
              <a:rPr lang="fr-FR" dirty="0"/>
            </a:br>
            <a:br>
              <a:rPr lang="fr-FR" dirty="0"/>
            </a:br>
            <a:r>
              <a:rPr lang="fr-FR" sz="1200" kern="1200" dirty="0">
                <a:solidFill>
                  <a:schemeClr val="tx1"/>
                </a:solidFill>
                <a:effectLst/>
                <a:latin typeface="+mn-lt"/>
                <a:ea typeface="+mn-ea"/>
                <a:cs typeface="+mn-cs"/>
              </a:rPr>
              <a:t>RESSER est construit autour de trois leviers complémentaires qui forment un véritable écosystème circulaire.</a:t>
            </a:r>
          </a:p>
          <a:p>
            <a:r>
              <a:rPr lang="fr-FR" sz="1200" kern="1200" dirty="0">
                <a:solidFill>
                  <a:schemeClr val="tx1"/>
                </a:solidFill>
                <a:effectLst/>
                <a:latin typeface="+mn-lt"/>
                <a:ea typeface="+mn-ea"/>
                <a:cs typeface="+mn-cs"/>
              </a:rPr>
              <a:t>Le premier levier est une </a:t>
            </a:r>
            <a:r>
              <a:rPr lang="fr-FR" sz="1200" b="1" kern="1200" dirty="0">
                <a:solidFill>
                  <a:schemeClr val="tx1"/>
                </a:solidFill>
                <a:effectLst/>
                <a:latin typeface="+mn-lt"/>
                <a:ea typeface="+mn-ea"/>
                <a:cs typeface="+mn-cs"/>
              </a:rPr>
              <a:t>application mobile intelligente</a:t>
            </a:r>
            <a:r>
              <a:rPr lang="fr-FR" sz="1200" kern="1200" dirty="0">
                <a:solidFill>
                  <a:schemeClr val="tx1"/>
                </a:solidFill>
                <a:effectLst/>
                <a:latin typeface="+mn-lt"/>
                <a:ea typeface="+mn-ea"/>
                <a:cs typeface="+mn-cs"/>
              </a:rPr>
              <a:t>.</a:t>
            </a: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Grâce à des modèles d’intelligence artificielle et de vision-langage, l’utilisateur peut scanner son ticket de caisse — ou demain directement ses produits — afin d’estimer la quantité et les types de plastiques consommés.</a:t>
            </a:r>
          </a:p>
          <a:p>
            <a:r>
              <a:rPr lang="fr-FR" sz="1200" kern="1200" dirty="0">
                <a:solidFill>
                  <a:schemeClr val="tx1"/>
                </a:solidFill>
                <a:effectLst/>
                <a:latin typeface="+mn-lt"/>
                <a:ea typeface="+mn-ea"/>
                <a:cs typeface="+mn-cs"/>
              </a:rPr>
              <a:t>L’objectif n’est pas seulement d’informer l’utilisateur.</a:t>
            </a: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L’application agit également comme une interface territoriale capable de générer des données utiles pour les collectivités :</a:t>
            </a:r>
          </a:p>
          <a:p>
            <a:pPr lvl="0"/>
            <a:r>
              <a:rPr lang="fr-FR" sz="1200" kern="1200" dirty="0">
                <a:solidFill>
                  <a:schemeClr val="tx1"/>
                </a:solidFill>
                <a:effectLst/>
                <a:latin typeface="+mn-lt"/>
                <a:ea typeface="+mn-ea"/>
                <a:cs typeface="+mn-cs"/>
              </a:rPr>
              <a:t>quels plastiques sont consommés, </a:t>
            </a:r>
          </a:p>
          <a:p>
            <a:pPr lvl="0"/>
            <a:r>
              <a:rPr lang="fr-FR" sz="1200" kern="1200" dirty="0">
                <a:solidFill>
                  <a:schemeClr val="tx1"/>
                </a:solidFill>
                <a:effectLst/>
                <a:latin typeface="+mn-lt"/>
                <a:ea typeface="+mn-ea"/>
                <a:cs typeface="+mn-cs"/>
              </a:rPr>
              <a:t>dans quelles quantités, </a:t>
            </a:r>
          </a:p>
          <a:p>
            <a:pPr lvl="0"/>
            <a:r>
              <a:rPr lang="fr-FR" sz="1200" kern="1200" dirty="0">
                <a:solidFill>
                  <a:schemeClr val="tx1"/>
                </a:solidFill>
                <a:effectLst/>
                <a:latin typeface="+mn-lt"/>
                <a:ea typeface="+mn-ea"/>
                <a:cs typeface="+mn-cs"/>
              </a:rPr>
              <a:t>et potentiellement quels flux de matières circulent sur un territoire donné. </a:t>
            </a:r>
          </a:p>
          <a:p>
            <a:r>
              <a:rPr lang="fr-FR" sz="1200" kern="1200" dirty="0">
                <a:solidFill>
                  <a:schemeClr val="tx1"/>
                </a:solidFill>
                <a:effectLst/>
                <a:latin typeface="+mn-lt"/>
                <a:ea typeface="+mn-ea"/>
                <a:cs typeface="+mn-cs"/>
              </a:rPr>
              <a:t>Autrement dit, nous passons d’un système déclaratif et approximatif à une approche basée sur des données réelles et dynamiques.</a:t>
            </a:r>
          </a:p>
          <a:p>
            <a:endParaRPr lang="en-US" dirty="0"/>
          </a:p>
        </p:txBody>
      </p:sp>
      <p:sp>
        <p:nvSpPr>
          <p:cNvPr id="4" name="Slide Number Placeholder 3">
            <a:extLst>
              <a:ext uri="{FF2B5EF4-FFF2-40B4-BE49-F238E27FC236}">
                <a16:creationId xmlns:a16="http://schemas.microsoft.com/office/drawing/2014/main" id="{4268689C-A0B8-F1EB-43C3-3C248B8D2F04}"/>
              </a:ext>
            </a:extLst>
          </p:cNvPr>
          <p:cNvSpPr>
            <a:spLocks noGrp="1"/>
          </p:cNvSpPr>
          <p:nvPr>
            <p:ph type="sldNum" sz="quarter" idx="5"/>
          </p:nvPr>
        </p:nvSpPr>
        <p:spPr/>
        <p:txBody>
          <a:bodyPr/>
          <a:lstStyle/>
          <a:p>
            <a:fld id="{81ED5EF4-5DF0-4ACC-B742-BA8322BAE748}" type="slidenum">
              <a:rPr lang="en-US" smtClean="0"/>
              <a:t>6</a:t>
            </a:fld>
            <a:endParaRPr lang="en-US"/>
          </a:p>
        </p:txBody>
      </p:sp>
    </p:spTree>
    <p:extLst>
      <p:ext uri="{BB962C8B-B14F-4D97-AF65-F5344CB8AC3E}">
        <p14:creationId xmlns:p14="http://schemas.microsoft.com/office/powerpoint/2010/main" val="673412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FBBE9-AD1F-77E6-95AA-3627FAD7C2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A2F220-20FD-5328-A02A-D826EBD1C0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18C495-F5B9-447B-6755-D7CD60F5AFEA}"/>
              </a:ext>
            </a:extLst>
          </p:cNvPr>
          <p:cNvSpPr>
            <a:spLocks noGrp="1"/>
          </p:cNvSpPr>
          <p:nvPr>
            <p:ph type="body" idx="1"/>
          </p:nvPr>
        </p:nvSpPr>
        <p:spPr/>
        <p:txBody>
          <a:bodyPr/>
          <a:lstStyle/>
          <a:p>
            <a:r>
              <a:rPr lang="fr-FR" sz="1200" kern="1200" dirty="0">
                <a:solidFill>
                  <a:schemeClr val="tx1"/>
                </a:solidFill>
                <a:effectLst/>
                <a:latin typeface="+mn-lt"/>
                <a:ea typeface="+mn-ea"/>
                <a:cs typeface="+mn-cs"/>
              </a:rPr>
              <a:t>C’est là que RESSER intervient.</a:t>
            </a:r>
          </a:p>
          <a:p>
            <a:r>
              <a:rPr lang="fr-FR" dirty="0"/>
              <a:t>Cette fois si elle a un app </a:t>
            </a:r>
            <a:br>
              <a:rPr lang="fr-FR" dirty="0"/>
            </a:br>
            <a:br>
              <a:rPr lang="fr-FR" dirty="0"/>
            </a:br>
            <a:r>
              <a:rPr lang="fr-FR" sz="1200" kern="1200" dirty="0">
                <a:solidFill>
                  <a:schemeClr val="tx1"/>
                </a:solidFill>
                <a:effectLst/>
                <a:latin typeface="+mn-lt"/>
                <a:ea typeface="+mn-ea"/>
                <a:cs typeface="+mn-cs"/>
              </a:rPr>
              <a:t>RESSER est construit autour de trois leviers complémentaires qui forment un véritable écosystème circulaire.</a:t>
            </a:r>
          </a:p>
          <a:p>
            <a:r>
              <a:rPr lang="fr-FR" sz="1200" kern="1200" dirty="0">
                <a:solidFill>
                  <a:schemeClr val="tx1"/>
                </a:solidFill>
                <a:effectLst/>
                <a:latin typeface="+mn-lt"/>
                <a:ea typeface="+mn-ea"/>
                <a:cs typeface="+mn-cs"/>
              </a:rPr>
              <a:t>Le premier levier est une </a:t>
            </a:r>
            <a:r>
              <a:rPr lang="fr-FR" sz="1200" b="1" kern="1200" dirty="0">
                <a:solidFill>
                  <a:schemeClr val="tx1"/>
                </a:solidFill>
                <a:effectLst/>
                <a:latin typeface="+mn-lt"/>
                <a:ea typeface="+mn-ea"/>
                <a:cs typeface="+mn-cs"/>
              </a:rPr>
              <a:t>application mobile intelligente</a:t>
            </a:r>
            <a:r>
              <a:rPr lang="fr-FR" sz="1200" kern="1200" dirty="0">
                <a:solidFill>
                  <a:schemeClr val="tx1"/>
                </a:solidFill>
                <a:effectLst/>
                <a:latin typeface="+mn-lt"/>
                <a:ea typeface="+mn-ea"/>
                <a:cs typeface="+mn-cs"/>
              </a:rPr>
              <a:t>.</a:t>
            </a: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Grâce à des modèles d’intelligence artificielle et de vision-langage, l’utilisateur peut scanner son ticket de caisse — ou demain directement ses produits — afin d’estimer la quantité et les types de plastiques consommés.</a:t>
            </a:r>
          </a:p>
          <a:p>
            <a:r>
              <a:rPr lang="fr-FR" sz="1200" kern="1200" dirty="0">
                <a:solidFill>
                  <a:schemeClr val="tx1"/>
                </a:solidFill>
                <a:effectLst/>
                <a:latin typeface="+mn-lt"/>
                <a:ea typeface="+mn-ea"/>
                <a:cs typeface="+mn-cs"/>
              </a:rPr>
              <a:t>L’objectif n’est pas seulement d’informer l’utilisateur.</a:t>
            </a: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L’application agit également comme une interface territoriale capable de générer des données utiles pour les collectivités :</a:t>
            </a:r>
          </a:p>
          <a:p>
            <a:pPr lvl="0"/>
            <a:r>
              <a:rPr lang="fr-FR" sz="1200" kern="1200" dirty="0">
                <a:solidFill>
                  <a:schemeClr val="tx1"/>
                </a:solidFill>
                <a:effectLst/>
                <a:latin typeface="+mn-lt"/>
                <a:ea typeface="+mn-ea"/>
                <a:cs typeface="+mn-cs"/>
              </a:rPr>
              <a:t>quels plastiques sont consommés, </a:t>
            </a:r>
          </a:p>
          <a:p>
            <a:pPr lvl="0"/>
            <a:r>
              <a:rPr lang="fr-FR" sz="1200" kern="1200" dirty="0">
                <a:solidFill>
                  <a:schemeClr val="tx1"/>
                </a:solidFill>
                <a:effectLst/>
                <a:latin typeface="+mn-lt"/>
                <a:ea typeface="+mn-ea"/>
                <a:cs typeface="+mn-cs"/>
              </a:rPr>
              <a:t>dans quelles quantités, </a:t>
            </a:r>
          </a:p>
          <a:p>
            <a:pPr lvl="0"/>
            <a:r>
              <a:rPr lang="fr-FR" sz="1200" kern="1200" dirty="0">
                <a:solidFill>
                  <a:schemeClr val="tx1"/>
                </a:solidFill>
                <a:effectLst/>
                <a:latin typeface="+mn-lt"/>
                <a:ea typeface="+mn-ea"/>
                <a:cs typeface="+mn-cs"/>
              </a:rPr>
              <a:t>et potentiellement quels flux de matières circulent sur un territoire donné. </a:t>
            </a:r>
          </a:p>
          <a:p>
            <a:r>
              <a:rPr lang="fr-FR" sz="1200" kern="1200" dirty="0">
                <a:solidFill>
                  <a:schemeClr val="tx1"/>
                </a:solidFill>
                <a:effectLst/>
                <a:latin typeface="+mn-lt"/>
                <a:ea typeface="+mn-ea"/>
                <a:cs typeface="+mn-cs"/>
              </a:rPr>
              <a:t>Autrement dit, nous passons d’un système déclaratif et approximatif à une approche basée sur des données réelles et dynamiques.</a:t>
            </a:r>
          </a:p>
          <a:p>
            <a:endParaRPr lang="en-US" dirty="0"/>
          </a:p>
        </p:txBody>
      </p:sp>
      <p:sp>
        <p:nvSpPr>
          <p:cNvPr id="4" name="Slide Number Placeholder 3">
            <a:extLst>
              <a:ext uri="{FF2B5EF4-FFF2-40B4-BE49-F238E27FC236}">
                <a16:creationId xmlns:a16="http://schemas.microsoft.com/office/drawing/2014/main" id="{11C3FEA5-CFF3-FFB3-7719-C25C8510A302}"/>
              </a:ext>
            </a:extLst>
          </p:cNvPr>
          <p:cNvSpPr>
            <a:spLocks noGrp="1"/>
          </p:cNvSpPr>
          <p:nvPr>
            <p:ph type="sldNum" sz="quarter" idx="5"/>
          </p:nvPr>
        </p:nvSpPr>
        <p:spPr/>
        <p:txBody>
          <a:bodyPr/>
          <a:lstStyle/>
          <a:p>
            <a:fld id="{81ED5EF4-5DF0-4ACC-B742-BA8322BAE748}" type="slidenum">
              <a:rPr lang="en-US" smtClean="0"/>
              <a:t>7</a:t>
            </a:fld>
            <a:endParaRPr lang="en-US"/>
          </a:p>
        </p:txBody>
      </p:sp>
    </p:spTree>
    <p:extLst>
      <p:ext uri="{BB962C8B-B14F-4D97-AF65-F5344CB8AC3E}">
        <p14:creationId xmlns:p14="http://schemas.microsoft.com/office/powerpoint/2010/main" val="28036958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7E2CA-31E7-D3C3-3EB3-E0F7CF20B9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2ACF6D-8043-040B-EC86-AA233355A9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3F351F-1BE3-5C3E-F64A-11056012B295}"/>
              </a:ext>
            </a:extLst>
          </p:cNvPr>
          <p:cNvSpPr>
            <a:spLocks noGrp="1"/>
          </p:cNvSpPr>
          <p:nvPr>
            <p:ph type="body" idx="1"/>
          </p:nvPr>
        </p:nvSpPr>
        <p:spPr/>
        <p:txBody>
          <a:bodyPr/>
          <a:lstStyle/>
          <a:p>
            <a:r>
              <a:rPr lang="fr-FR" sz="1200" kern="1200" dirty="0">
                <a:solidFill>
                  <a:schemeClr val="tx1"/>
                </a:solidFill>
                <a:effectLst/>
                <a:latin typeface="+mn-lt"/>
                <a:ea typeface="+mn-ea"/>
                <a:cs typeface="+mn-cs"/>
              </a:rPr>
              <a:t>C’est là que RESSER intervient.</a:t>
            </a:r>
          </a:p>
          <a:p>
            <a:r>
              <a:rPr lang="fr-FR" dirty="0"/>
              <a:t>Cette fois si elle a un app </a:t>
            </a:r>
            <a:br>
              <a:rPr lang="fr-FR" dirty="0"/>
            </a:br>
            <a:br>
              <a:rPr lang="fr-FR" dirty="0"/>
            </a:br>
            <a:r>
              <a:rPr lang="fr-FR" sz="1200" kern="1200" dirty="0">
                <a:solidFill>
                  <a:schemeClr val="tx1"/>
                </a:solidFill>
                <a:effectLst/>
                <a:latin typeface="+mn-lt"/>
                <a:ea typeface="+mn-ea"/>
                <a:cs typeface="+mn-cs"/>
              </a:rPr>
              <a:t>RESSER est construit autour de trois leviers complémentaires qui forment un véritable écosystème circulaire.</a:t>
            </a:r>
          </a:p>
          <a:p>
            <a:r>
              <a:rPr lang="fr-FR" sz="1200" kern="1200" dirty="0">
                <a:solidFill>
                  <a:schemeClr val="tx1"/>
                </a:solidFill>
                <a:effectLst/>
                <a:latin typeface="+mn-lt"/>
                <a:ea typeface="+mn-ea"/>
                <a:cs typeface="+mn-cs"/>
              </a:rPr>
              <a:t>Le premier levier est une </a:t>
            </a:r>
            <a:r>
              <a:rPr lang="fr-FR" sz="1200" b="1" kern="1200" dirty="0">
                <a:solidFill>
                  <a:schemeClr val="tx1"/>
                </a:solidFill>
                <a:effectLst/>
                <a:latin typeface="+mn-lt"/>
                <a:ea typeface="+mn-ea"/>
                <a:cs typeface="+mn-cs"/>
              </a:rPr>
              <a:t>application mobile intelligente</a:t>
            </a:r>
            <a:r>
              <a:rPr lang="fr-FR" sz="1200" kern="1200" dirty="0">
                <a:solidFill>
                  <a:schemeClr val="tx1"/>
                </a:solidFill>
                <a:effectLst/>
                <a:latin typeface="+mn-lt"/>
                <a:ea typeface="+mn-ea"/>
                <a:cs typeface="+mn-cs"/>
              </a:rPr>
              <a:t>.</a:t>
            </a: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Grâce à des modèles d’intelligence artificielle et de vision-langage, l’utilisateur peut scanner son ticket de caisse — ou demain directement ses produits — afin d’estimer la quantité et les types de plastiques consommés.</a:t>
            </a:r>
          </a:p>
          <a:p>
            <a:r>
              <a:rPr lang="fr-FR" sz="1200" kern="1200" dirty="0">
                <a:solidFill>
                  <a:schemeClr val="tx1"/>
                </a:solidFill>
                <a:effectLst/>
                <a:latin typeface="+mn-lt"/>
                <a:ea typeface="+mn-ea"/>
                <a:cs typeface="+mn-cs"/>
              </a:rPr>
              <a:t>L’objectif n’est pas seulement d’informer l’utilisateur.</a:t>
            </a: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L’application agit également comme une interface territoriale capable de générer des données utiles pour les collectivités :</a:t>
            </a:r>
          </a:p>
          <a:p>
            <a:pPr lvl="0"/>
            <a:r>
              <a:rPr lang="fr-FR" sz="1200" kern="1200" dirty="0">
                <a:solidFill>
                  <a:schemeClr val="tx1"/>
                </a:solidFill>
                <a:effectLst/>
                <a:latin typeface="+mn-lt"/>
                <a:ea typeface="+mn-ea"/>
                <a:cs typeface="+mn-cs"/>
              </a:rPr>
              <a:t>quels plastiques sont consommés, </a:t>
            </a:r>
          </a:p>
          <a:p>
            <a:pPr lvl="0"/>
            <a:r>
              <a:rPr lang="fr-FR" sz="1200" kern="1200" dirty="0">
                <a:solidFill>
                  <a:schemeClr val="tx1"/>
                </a:solidFill>
                <a:effectLst/>
                <a:latin typeface="+mn-lt"/>
                <a:ea typeface="+mn-ea"/>
                <a:cs typeface="+mn-cs"/>
              </a:rPr>
              <a:t>dans quelles quantités, </a:t>
            </a:r>
          </a:p>
          <a:p>
            <a:pPr lvl="0"/>
            <a:r>
              <a:rPr lang="fr-FR" sz="1200" kern="1200" dirty="0">
                <a:solidFill>
                  <a:schemeClr val="tx1"/>
                </a:solidFill>
                <a:effectLst/>
                <a:latin typeface="+mn-lt"/>
                <a:ea typeface="+mn-ea"/>
                <a:cs typeface="+mn-cs"/>
              </a:rPr>
              <a:t>et potentiellement quels flux de matières circulent sur un territoire donné. </a:t>
            </a:r>
          </a:p>
          <a:p>
            <a:r>
              <a:rPr lang="fr-FR" sz="1200" kern="1200" dirty="0">
                <a:solidFill>
                  <a:schemeClr val="tx1"/>
                </a:solidFill>
                <a:effectLst/>
                <a:latin typeface="+mn-lt"/>
                <a:ea typeface="+mn-ea"/>
                <a:cs typeface="+mn-cs"/>
              </a:rPr>
              <a:t>Autrement dit, nous passons d’un système déclaratif et approximatif à une approche basée sur des données réelles et dynamiques.</a:t>
            </a:r>
          </a:p>
          <a:p>
            <a:endParaRPr lang="en-US" dirty="0"/>
          </a:p>
        </p:txBody>
      </p:sp>
      <p:sp>
        <p:nvSpPr>
          <p:cNvPr id="4" name="Slide Number Placeholder 3">
            <a:extLst>
              <a:ext uri="{FF2B5EF4-FFF2-40B4-BE49-F238E27FC236}">
                <a16:creationId xmlns:a16="http://schemas.microsoft.com/office/drawing/2014/main" id="{E39E6783-B4AA-5F43-39E9-18BD63BE5F14}"/>
              </a:ext>
            </a:extLst>
          </p:cNvPr>
          <p:cNvSpPr>
            <a:spLocks noGrp="1"/>
          </p:cNvSpPr>
          <p:nvPr>
            <p:ph type="sldNum" sz="quarter" idx="5"/>
          </p:nvPr>
        </p:nvSpPr>
        <p:spPr/>
        <p:txBody>
          <a:bodyPr/>
          <a:lstStyle/>
          <a:p>
            <a:fld id="{81ED5EF4-5DF0-4ACC-B742-BA8322BAE748}" type="slidenum">
              <a:rPr lang="en-US" smtClean="0"/>
              <a:t>8</a:t>
            </a:fld>
            <a:endParaRPr lang="en-US"/>
          </a:p>
        </p:txBody>
      </p:sp>
    </p:spTree>
    <p:extLst>
      <p:ext uri="{BB962C8B-B14F-4D97-AF65-F5344CB8AC3E}">
        <p14:creationId xmlns:p14="http://schemas.microsoft.com/office/powerpoint/2010/main" val="27716495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DA94A-8598-DEAA-4DA6-64C79F9350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F06758-49A8-BECF-87DD-69F814D32A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204749-3195-5E0E-860C-09566EE9262F}"/>
              </a:ext>
            </a:extLst>
          </p:cNvPr>
          <p:cNvSpPr>
            <a:spLocks noGrp="1"/>
          </p:cNvSpPr>
          <p:nvPr>
            <p:ph type="body" idx="1"/>
          </p:nvPr>
        </p:nvSpPr>
        <p:spPr/>
        <p:txBody>
          <a:bodyPr/>
          <a:lstStyle/>
          <a:p>
            <a:r>
              <a:rPr lang="fr-FR" sz="1200" kern="1200" dirty="0">
                <a:solidFill>
                  <a:schemeClr val="tx1"/>
                </a:solidFill>
                <a:effectLst/>
                <a:latin typeface="+mn-lt"/>
                <a:ea typeface="+mn-ea"/>
                <a:cs typeface="+mn-cs"/>
              </a:rPr>
              <a:t>C’est là que RESSER intervient.</a:t>
            </a:r>
          </a:p>
          <a:p>
            <a:r>
              <a:rPr lang="fr-FR" dirty="0"/>
              <a:t>Cette fois si elle a un app </a:t>
            </a:r>
            <a:br>
              <a:rPr lang="fr-FR" dirty="0"/>
            </a:br>
            <a:br>
              <a:rPr lang="fr-FR" dirty="0"/>
            </a:br>
            <a:r>
              <a:rPr lang="fr-FR" sz="1200" kern="1200" dirty="0">
                <a:solidFill>
                  <a:schemeClr val="tx1"/>
                </a:solidFill>
                <a:effectLst/>
                <a:latin typeface="+mn-lt"/>
                <a:ea typeface="+mn-ea"/>
                <a:cs typeface="+mn-cs"/>
              </a:rPr>
              <a:t>RESSER est construit autour de trois leviers complémentaires qui forment un véritable écosystème circulaire.</a:t>
            </a:r>
          </a:p>
          <a:p>
            <a:r>
              <a:rPr lang="fr-FR" sz="1200" kern="1200" dirty="0">
                <a:solidFill>
                  <a:schemeClr val="tx1"/>
                </a:solidFill>
                <a:effectLst/>
                <a:latin typeface="+mn-lt"/>
                <a:ea typeface="+mn-ea"/>
                <a:cs typeface="+mn-cs"/>
              </a:rPr>
              <a:t>Le premier levier est une </a:t>
            </a:r>
            <a:r>
              <a:rPr lang="fr-FR" sz="1200" b="1" kern="1200" dirty="0">
                <a:solidFill>
                  <a:schemeClr val="tx1"/>
                </a:solidFill>
                <a:effectLst/>
                <a:latin typeface="+mn-lt"/>
                <a:ea typeface="+mn-ea"/>
                <a:cs typeface="+mn-cs"/>
              </a:rPr>
              <a:t>application mobile intelligente</a:t>
            </a:r>
            <a:r>
              <a:rPr lang="fr-FR" sz="1200" kern="1200" dirty="0">
                <a:solidFill>
                  <a:schemeClr val="tx1"/>
                </a:solidFill>
                <a:effectLst/>
                <a:latin typeface="+mn-lt"/>
                <a:ea typeface="+mn-ea"/>
                <a:cs typeface="+mn-cs"/>
              </a:rPr>
              <a:t>.</a:t>
            </a: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Grâce à des modèles d’intelligence artificielle et de vision-langage, l’utilisateur peut scanner son ticket de caisse — ou demain directement ses produits — afin d’estimer la quantité et les types de plastiques consommés.</a:t>
            </a:r>
          </a:p>
          <a:p>
            <a:r>
              <a:rPr lang="fr-FR" sz="1200" kern="1200" dirty="0">
                <a:solidFill>
                  <a:schemeClr val="tx1"/>
                </a:solidFill>
                <a:effectLst/>
                <a:latin typeface="+mn-lt"/>
                <a:ea typeface="+mn-ea"/>
                <a:cs typeface="+mn-cs"/>
              </a:rPr>
              <a:t>L’objectif n’est pas seulement d’informer l’utilisateur.</a:t>
            </a: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L’application agit également comme une interface territoriale capable de générer des données utiles pour les collectivités :</a:t>
            </a:r>
          </a:p>
          <a:p>
            <a:pPr lvl="0"/>
            <a:r>
              <a:rPr lang="fr-FR" sz="1200" kern="1200" dirty="0">
                <a:solidFill>
                  <a:schemeClr val="tx1"/>
                </a:solidFill>
                <a:effectLst/>
                <a:latin typeface="+mn-lt"/>
                <a:ea typeface="+mn-ea"/>
                <a:cs typeface="+mn-cs"/>
              </a:rPr>
              <a:t>quels plastiques sont consommés, </a:t>
            </a:r>
          </a:p>
          <a:p>
            <a:pPr lvl="0"/>
            <a:r>
              <a:rPr lang="fr-FR" sz="1200" kern="1200" dirty="0">
                <a:solidFill>
                  <a:schemeClr val="tx1"/>
                </a:solidFill>
                <a:effectLst/>
                <a:latin typeface="+mn-lt"/>
                <a:ea typeface="+mn-ea"/>
                <a:cs typeface="+mn-cs"/>
              </a:rPr>
              <a:t>dans quelles quantités, </a:t>
            </a:r>
          </a:p>
          <a:p>
            <a:pPr lvl="0"/>
            <a:r>
              <a:rPr lang="fr-FR" sz="1200" kern="1200" dirty="0">
                <a:solidFill>
                  <a:schemeClr val="tx1"/>
                </a:solidFill>
                <a:effectLst/>
                <a:latin typeface="+mn-lt"/>
                <a:ea typeface="+mn-ea"/>
                <a:cs typeface="+mn-cs"/>
              </a:rPr>
              <a:t>et potentiellement quels flux de matières circulent sur un territoire donné. </a:t>
            </a:r>
          </a:p>
          <a:p>
            <a:r>
              <a:rPr lang="fr-FR" sz="1200" kern="1200" dirty="0">
                <a:solidFill>
                  <a:schemeClr val="tx1"/>
                </a:solidFill>
                <a:effectLst/>
                <a:latin typeface="+mn-lt"/>
                <a:ea typeface="+mn-ea"/>
                <a:cs typeface="+mn-cs"/>
              </a:rPr>
              <a:t>Autrement dit, nous passons d’un système déclaratif et approximatif à une approche basée sur des données réelles et dynamiques.</a:t>
            </a:r>
          </a:p>
          <a:p>
            <a:endParaRPr lang="en-US" dirty="0"/>
          </a:p>
        </p:txBody>
      </p:sp>
      <p:sp>
        <p:nvSpPr>
          <p:cNvPr id="4" name="Slide Number Placeholder 3">
            <a:extLst>
              <a:ext uri="{FF2B5EF4-FFF2-40B4-BE49-F238E27FC236}">
                <a16:creationId xmlns:a16="http://schemas.microsoft.com/office/drawing/2014/main" id="{0F9E4CED-91F2-942D-BE10-ABB55B701584}"/>
              </a:ext>
            </a:extLst>
          </p:cNvPr>
          <p:cNvSpPr>
            <a:spLocks noGrp="1"/>
          </p:cNvSpPr>
          <p:nvPr>
            <p:ph type="sldNum" sz="quarter" idx="5"/>
          </p:nvPr>
        </p:nvSpPr>
        <p:spPr/>
        <p:txBody>
          <a:bodyPr/>
          <a:lstStyle/>
          <a:p>
            <a:fld id="{81ED5EF4-5DF0-4ACC-B742-BA8322BAE748}" type="slidenum">
              <a:rPr lang="en-US" smtClean="0"/>
              <a:t>9</a:t>
            </a:fld>
            <a:endParaRPr lang="en-US"/>
          </a:p>
        </p:txBody>
      </p:sp>
    </p:spTree>
    <p:extLst>
      <p:ext uri="{BB962C8B-B14F-4D97-AF65-F5344CB8AC3E}">
        <p14:creationId xmlns:p14="http://schemas.microsoft.com/office/powerpoint/2010/main" val="33499653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253309-32D9-7B3F-D7FB-F296FB5118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B9F491-6334-FED8-1051-2EBFD56123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572056-BFC8-4F0B-1781-0BA25598682B}"/>
              </a:ext>
            </a:extLst>
          </p:cNvPr>
          <p:cNvSpPr>
            <a:spLocks noGrp="1"/>
          </p:cNvSpPr>
          <p:nvPr>
            <p:ph type="body" idx="1"/>
          </p:nvPr>
        </p:nvSpPr>
        <p:spPr/>
        <p:txBody>
          <a:bodyPr/>
          <a:lstStyle/>
          <a:p>
            <a:r>
              <a:rPr lang="fr-FR" sz="1200" kern="1200" dirty="0">
                <a:solidFill>
                  <a:schemeClr val="tx1"/>
                </a:solidFill>
                <a:effectLst/>
                <a:latin typeface="+mn-lt"/>
                <a:ea typeface="+mn-ea"/>
                <a:cs typeface="+mn-cs"/>
              </a:rPr>
              <a:t>C’est là que RESSER intervient.</a:t>
            </a:r>
          </a:p>
          <a:p>
            <a:r>
              <a:rPr lang="fr-FR" dirty="0"/>
              <a:t>Cette fois si elle a un app </a:t>
            </a:r>
            <a:br>
              <a:rPr lang="fr-FR" dirty="0"/>
            </a:br>
            <a:br>
              <a:rPr lang="fr-FR" dirty="0"/>
            </a:br>
            <a:r>
              <a:rPr lang="fr-FR" sz="1200" kern="1200" dirty="0">
                <a:solidFill>
                  <a:schemeClr val="tx1"/>
                </a:solidFill>
                <a:effectLst/>
                <a:latin typeface="+mn-lt"/>
                <a:ea typeface="+mn-ea"/>
                <a:cs typeface="+mn-cs"/>
              </a:rPr>
              <a:t>RESSER est construit autour de trois leviers complémentaires qui forment un véritable écosystème circulaire.</a:t>
            </a:r>
          </a:p>
          <a:p>
            <a:r>
              <a:rPr lang="fr-FR" sz="1200" kern="1200" dirty="0">
                <a:solidFill>
                  <a:schemeClr val="tx1"/>
                </a:solidFill>
                <a:effectLst/>
                <a:latin typeface="+mn-lt"/>
                <a:ea typeface="+mn-ea"/>
                <a:cs typeface="+mn-cs"/>
              </a:rPr>
              <a:t>Le premier levier est une </a:t>
            </a:r>
            <a:r>
              <a:rPr lang="fr-FR" sz="1200" b="1" kern="1200" dirty="0">
                <a:solidFill>
                  <a:schemeClr val="tx1"/>
                </a:solidFill>
                <a:effectLst/>
                <a:latin typeface="+mn-lt"/>
                <a:ea typeface="+mn-ea"/>
                <a:cs typeface="+mn-cs"/>
              </a:rPr>
              <a:t>application mobile intelligente</a:t>
            </a:r>
            <a:r>
              <a:rPr lang="fr-FR" sz="1200" kern="1200" dirty="0">
                <a:solidFill>
                  <a:schemeClr val="tx1"/>
                </a:solidFill>
                <a:effectLst/>
                <a:latin typeface="+mn-lt"/>
                <a:ea typeface="+mn-ea"/>
                <a:cs typeface="+mn-cs"/>
              </a:rPr>
              <a:t>.</a:t>
            </a: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Grâce à des modèles d’intelligence artificielle et de vision-langage, l’utilisateur peut scanner son ticket de caisse — ou demain directement ses produits — afin d’estimer la quantité et les types de plastiques consommés.</a:t>
            </a:r>
          </a:p>
          <a:p>
            <a:r>
              <a:rPr lang="fr-FR" sz="1200" kern="1200" dirty="0">
                <a:solidFill>
                  <a:schemeClr val="tx1"/>
                </a:solidFill>
                <a:effectLst/>
                <a:latin typeface="+mn-lt"/>
                <a:ea typeface="+mn-ea"/>
                <a:cs typeface="+mn-cs"/>
              </a:rPr>
              <a:t>L’objectif n’est pas seulement d’informer l’utilisateur.</a:t>
            </a: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L’application agit également comme une interface territoriale capable de générer des données utiles pour les collectivités :</a:t>
            </a:r>
          </a:p>
          <a:p>
            <a:pPr lvl="0"/>
            <a:r>
              <a:rPr lang="fr-FR" sz="1200" kern="1200" dirty="0">
                <a:solidFill>
                  <a:schemeClr val="tx1"/>
                </a:solidFill>
                <a:effectLst/>
                <a:latin typeface="+mn-lt"/>
                <a:ea typeface="+mn-ea"/>
                <a:cs typeface="+mn-cs"/>
              </a:rPr>
              <a:t>quels plastiques sont consommés, </a:t>
            </a:r>
          </a:p>
          <a:p>
            <a:pPr lvl="0"/>
            <a:r>
              <a:rPr lang="fr-FR" sz="1200" kern="1200" dirty="0">
                <a:solidFill>
                  <a:schemeClr val="tx1"/>
                </a:solidFill>
                <a:effectLst/>
                <a:latin typeface="+mn-lt"/>
                <a:ea typeface="+mn-ea"/>
                <a:cs typeface="+mn-cs"/>
              </a:rPr>
              <a:t>dans quelles quantités, </a:t>
            </a:r>
          </a:p>
          <a:p>
            <a:pPr lvl="0"/>
            <a:r>
              <a:rPr lang="fr-FR" sz="1200" kern="1200" dirty="0">
                <a:solidFill>
                  <a:schemeClr val="tx1"/>
                </a:solidFill>
                <a:effectLst/>
                <a:latin typeface="+mn-lt"/>
                <a:ea typeface="+mn-ea"/>
                <a:cs typeface="+mn-cs"/>
              </a:rPr>
              <a:t>et potentiellement quels flux de matières circulent sur un territoire donné. </a:t>
            </a:r>
          </a:p>
          <a:p>
            <a:r>
              <a:rPr lang="fr-FR" sz="1200" kern="1200" dirty="0">
                <a:solidFill>
                  <a:schemeClr val="tx1"/>
                </a:solidFill>
                <a:effectLst/>
                <a:latin typeface="+mn-lt"/>
                <a:ea typeface="+mn-ea"/>
                <a:cs typeface="+mn-cs"/>
              </a:rPr>
              <a:t>Autrement dit, nous passons d’un système déclaratif et approximatif à une approche basée sur des données réelles et dynamiques.</a:t>
            </a:r>
          </a:p>
          <a:p>
            <a:endParaRPr lang="en-US" dirty="0"/>
          </a:p>
        </p:txBody>
      </p:sp>
      <p:sp>
        <p:nvSpPr>
          <p:cNvPr id="4" name="Slide Number Placeholder 3">
            <a:extLst>
              <a:ext uri="{FF2B5EF4-FFF2-40B4-BE49-F238E27FC236}">
                <a16:creationId xmlns:a16="http://schemas.microsoft.com/office/drawing/2014/main" id="{7E3C1F8E-2081-B754-E604-27CBC910EF00}"/>
              </a:ext>
            </a:extLst>
          </p:cNvPr>
          <p:cNvSpPr>
            <a:spLocks noGrp="1"/>
          </p:cNvSpPr>
          <p:nvPr>
            <p:ph type="sldNum" sz="quarter" idx="5"/>
          </p:nvPr>
        </p:nvSpPr>
        <p:spPr/>
        <p:txBody>
          <a:bodyPr/>
          <a:lstStyle/>
          <a:p>
            <a:fld id="{81ED5EF4-5DF0-4ACC-B742-BA8322BAE748}" type="slidenum">
              <a:rPr lang="en-US" smtClean="0"/>
              <a:t>10</a:t>
            </a:fld>
            <a:endParaRPr lang="en-US"/>
          </a:p>
        </p:txBody>
      </p:sp>
    </p:spTree>
    <p:extLst>
      <p:ext uri="{BB962C8B-B14F-4D97-AF65-F5344CB8AC3E}">
        <p14:creationId xmlns:p14="http://schemas.microsoft.com/office/powerpoint/2010/main" val="20638065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10A0EB-7380-0A06-1CA0-2DE796175B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379633-6A81-65CC-4221-F97E1DAFAE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F150C2-17D8-A956-A757-A376F3C0D6CD}"/>
              </a:ext>
            </a:extLst>
          </p:cNvPr>
          <p:cNvSpPr>
            <a:spLocks noGrp="1"/>
          </p:cNvSpPr>
          <p:nvPr>
            <p:ph type="body" idx="1"/>
          </p:nvPr>
        </p:nvSpPr>
        <p:spPr/>
        <p:txBody>
          <a:bodyPr/>
          <a:lstStyle/>
          <a:p>
            <a:r>
              <a:rPr lang="fr-FR" sz="1200" kern="1200" dirty="0">
                <a:solidFill>
                  <a:schemeClr val="tx1"/>
                </a:solidFill>
                <a:effectLst/>
                <a:latin typeface="+mn-lt"/>
                <a:ea typeface="+mn-ea"/>
                <a:cs typeface="+mn-cs"/>
              </a:rPr>
              <a:t>C’est là que RESSER intervient.</a:t>
            </a:r>
          </a:p>
          <a:p>
            <a:r>
              <a:rPr lang="fr-FR" dirty="0"/>
              <a:t>Cette fois si elle a un app </a:t>
            </a:r>
            <a:br>
              <a:rPr lang="fr-FR" dirty="0"/>
            </a:br>
            <a:br>
              <a:rPr lang="fr-FR" dirty="0"/>
            </a:br>
            <a:r>
              <a:rPr lang="fr-FR" sz="1200" kern="1200" dirty="0">
                <a:solidFill>
                  <a:schemeClr val="tx1"/>
                </a:solidFill>
                <a:effectLst/>
                <a:latin typeface="+mn-lt"/>
                <a:ea typeface="+mn-ea"/>
                <a:cs typeface="+mn-cs"/>
              </a:rPr>
              <a:t>RESSER est construit autour de trois leviers complémentaires qui forment un véritable écosystème circulaire.</a:t>
            </a:r>
          </a:p>
          <a:p>
            <a:r>
              <a:rPr lang="fr-FR" sz="1200" kern="1200" dirty="0">
                <a:solidFill>
                  <a:schemeClr val="tx1"/>
                </a:solidFill>
                <a:effectLst/>
                <a:latin typeface="+mn-lt"/>
                <a:ea typeface="+mn-ea"/>
                <a:cs typeface="+mn-cs"/>
              </a:rPr>
              <a:t>Le premier levier est une </a:t>
            </a:r>
            <a:r>
              <a:rPr lang="fr-FR" sz="1200" b="1" kern="1200" dirty="0">
                <a:solidFill>
                  <a:schemeClr val="tx1"/>
                </a:solidFill>
                <a:effectLst/>
                <a:latin typeface="+mn-lt"/>
                <a:ea typeface="+mn-ea"/>
                <a:cs typeface="+mn-cs"/>
              </a:rPr>
              <a:t>application mobile intelligente</a:t>
            </a:r>
            <a:r>
              <a:rPr lang="fr-FR" sz="1200" kern="1200" dirty="0">
                <a:solidFill>
                  <a:schemeClr val="tx1"/>
                </a:solidFill>
                <a:effectLst/>
                <a:latin typeface="+mn-lt"/>
                <a:ea typeface="+mn-ea"/>
                <a:cs typeface="+mn-cs"/>
              </a:rPr>
              <a:t>.</a:t>
            </a: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Grâce à des modèles d’intelligence artificielle et de vision-langage, l’utilisateur peut scanner son ticket de caisse — ou demain directement ses produits — afin d’estimer la quantité et les types de plastiques consommés.</a:t>
            </a:r>
          </a:p>
          <a:p>
            <a:r>
              <a:rPr lang="fr-FR" sz="1200" kern="1200" dirty="0">
                <a:solidFill>
                  <a:schemeClr val="tx1"/>
                </a:solidFill>
                <a:effectLst/>
                <a:latin typeface="+mn-lt"/>
                <a:ea typeface="+mn-ea"/>
                <a:cs typeface="+mn-cs"/>
              </a:rPr>
              <a:t>L’objectif n’est pas seulement d’informer l’utilisateur.</a:t>
            </a: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L’application agit également comme une interface territoriale capable de générer des données utiles pour les collectivités :</a:t>
            </a:r>
          </a:p>
          <a:p>
            <a:pPr lvl="0"/>
            <a:r>
              <a:rPr lang="fr-FR" sz="1200" kern="1200" dirty="0">
                <a:solidFill>
                  <a:schemeClr val="tx1"/>
                </a:solidFill>
                <a:effectLst/>
                <a:latin typeface="+mn-lt"/>
                <a:ea typeface="+mn-ea"/>
                <a:cs typeface="+mn-cs"/>
              </a:rPr>
              <a:t>quels plastiques sont consommés, </a:t>
            </a:r>
          </a:p>
          <a:p>
            <a:pPr lvl="0"/>
            <a:r>
              <a:rPr lang="fr-FR" sz="1200" kern="1200" dirty="0">
                <a:solidFill>
                  <a:schemeClr val="tx1"/>
                </a:solidFill>
                <a:effectLst/>
                <a:latin typeface="+mn-lt"/>
                <a:ea typeface="+mn-ea"/>
                <a:cs typeface="+mn-cs"/>
              </a:rPr>
              <a:t>dans quelles quantités, </a:t>
            </a:r>
          </a:p>
          <a:p>
            <a:pPr lvl="0"/>
            <a:r>
              <a:rPr lang="fr-FR" sz="1200" kern="1200" dirty="0">
                <a:solidFill>
                  <a:schemeClr val="tx1"/>
                </a:solidFill>
                <a:effectLst/>
                <a:latin typeface="+mn-lt"/>
                <a:ea typeface="+mn-ea"/>
                <a:cs typeface="+mn-cs"/>
              </a:rPr>
              <a:t>et potentiellement quels flux de matières circulent sur un territoire donné. </a:t>
            </a:r>
          </a:p>
          <a:p>
            <a:r>
              <a:rPr lang="fr-FR" sz="1200" kern="1200" dirty="0">
                <a:solidFill>
                  <a:schemeClr val="tx1"/>
                </a:solidFill>
                <a:effectLst/>
                <a:latin typeface="+mn-lt"/>
                <a:ea typeface="+mn-ea"/>
                <a:cs typeface="+mn-cs"/>
              </a:rPr>
              <a:t>Autrement dit, nous passons d’un système déclaratif et approximatif à une approche basée sur des données réelles et dynamiques.</a:t>
            </a:r>
          </a:p>
          <a:p>
            <a:endParaRPr lang="en-US" dirty="0"/>
          </a:p>
        </p:txBody>
      </p:sp>
      <p:sp>
        <p:nvSpPr>
          <p:cNvPr id="4" name="Slide Number Placeholder 3">
            <a:extLst>
              <a:ext uri="{FF2B5EF4-FFF2-40B4-BE49-F238E27FC236}">
                <a16:creationId xmlns:a16="http://schemas.microsoft.com/office/drawing/2014/main" id="{7E2FC0FC-FAF4-4D0E-BE8A-FB4BE881818C}"/>
              </a:ext>
            </a:extLst>
          </p:cNvPr>
          <p:cNvSpPr>
            <a:spLocks noGrp="1"/>
          </p:cNvSpPr>
          <p:nvPr>
            <p:ph type="sldNum" sz="quarter" idx="5"/>
          </p:nvPr>
        </p:nvSpPr>
        <p:spPr/>
        <p:txBody>
          <a:bodyPr/>
          <a:lstStyle/>
          <a:p>
            <a:fld id="{81ED5EF4-5DF0-4ACC-B742-BA8322BAE748}" type="slidenum">
              <a:rPr lang="en-US" smtClean="0"/>
              <a:t>11</a:t>
            </a:fld>
            <a:endParaRPr lang="en-US"/>
          </a:p>
        </p:txBody>
      </p:sp>
    </p:spTree>
    <p:extLst>
      <p:ext uri="{BB962C8B-B14F-4D97-AF65-F5344CB8AC3E}">
        <p14:creationId xmlns:p14="http://schemas.microsoft.com/office/powerpoint/2010/main" val="7250160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67E37-8F17-3B1C-8D06-8057C9F45B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17E9F5-0441-81F8-4143-FD01906CC3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DD3F5C-115C-B7D5-71EC-7CED637625DC}"/>
              </a:ext>
            </a:extLst>
          </p:cNvPr>
          <p:cNvSpPr>
            <a:spLocks noGrp="1"/>
          </p:cNvSpPr>
          <p:nvPr>
            <p:ph type="body" idx="1"/>
          </p:nvPr>
        </p:nvSpPr>
        <p:spPr/>
        <p:txBody>
          <a:bodyPr/>
          <a:lstStyle/>
          <a:p>
            <a:r>
              <a:rPr lang="fr-FR" sz="1200" kern="1200" dirty="0">
                <a:solidFill>
                  <a:schemeClr val="tx1"/>
                </a:solidFill>
                <a:effectLst/>
                <a:latin typeface="+mn-lt"/>
                <a:ea typeface="+mn-ea"/>
                <a:cs typeface="+mn-cs"/>
              </a:rPr>
              <a:t>C’est là que RESSER intervient.</a:t>
            </a:r>
          </a:p>
          <a:p>
            <a:r>
              <a:rPr lang="fr-FR" dirty="0"/>
              <a:t>Cette fois si elle a un app </a:t>
            </a:r>
            <a:br>
              <a:rPr lang="fr-FR" dirty="0"/>
            </a:br>
            <a:br>
              <a:rPr lang="fr-FR" dirty="0"/>
            </a:br>
            <a:r>
              <a:rPr lang="fr-FR" sz="1200" kern="1200" dirty="0">
                <a:solidFill>
                  <a:schemeClr val="tx1"/>
                </a:solidFill>
                <a:effectLst/>
                <a:latin typeface="+mn-lt"/>
                <a:ea typeface="+mn-ea"/>
                <a:cs typeface="+mn-cs"/>
              </a:rPr>
              <a:t>RESSER est construit autour de trois leviers complémentaires qui forment un véritable écosystème circulaire.</a:t>
            </a:r>
          </a:p>
          <a:p>
            <a:r>
              <a:rPr lang="fr-FR" sz="1200" kern="1200" dirty="0">
                <a:solidFill>
                  <a:schemeClr val="tx1"/>
                </a:solidFill>
                <a:effectLst/>
                <a:latin typeface="+mn-lt"/>
                <a:ea typeface="+mn-ea"/>
                <a:cs typeface="+mn-cs"/>
              </a:rPr>
              <a:t>Le premier levier est une </a:t>
            </a:r>
            <a:r>
              <a:rPr lang="fr-FR" sz="1200" b="1" kern="1200" dirty="0">
                <a:solidFill>
                  <a:schemeClr val="tx1"/>
                </a:solidFill>
                <a:effectLst/>
                <a:latin typeface="+mn-lt"/>
                <a:ea typeface="+mn-ea"/>
                <a:cs typeface="+mn-cs"/>
              </a:rPr>
              <a:t>application mobile intelligente</a:t>
            </a:r>
            <a:r>
              <a:rPr lang="fr-FR" sz="1200" kern="1200" dirty="0">
                <a:solidFill>
                  <a:schemeClr val="tx1"/>
                </a:solidFill>
                <a:effectLst/>
                <a:latin typeface="+mn-lt"/>
                <a:ea typeface="+mn-ea"/>
                <a:cs typeface="+mn-cs"/>
              </a:rPr>
              <a:t>.</a:t>
            </a: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Grâce à des modèles d’intelligence artificielle et de vision-langage, l’utilisateur peut scanner son ticket de caisse — ou demain directement ses produits — afin d’estimer la quantité et les types de plastiques consommés.</a:t>
            </a:r>
          </a:p>
          <a:p>
            <a:r>
              <a:rPr lang="fr-FR" sz="1200" kern="1200" dirty="0">
                <a:solidFill>
                  <a:schemeClr val="tx1"/>
                </a:solidFill>
                <a:effectLst/>
                <a:latin typeface="+mn-lt"/>
                <a:ea typeface="+mn-ea"/>
                <a:cs typeface="+mn-cs"/>
              </a:rPr>
              <a:t>L’objectif n’est pas seulement d’informer l’utilisateur.</a:t>
            </a: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L’application agit également comme une interface territoriale capable de générer des données utiles pour les collectivités :</a:t>
            </a:r>
          </a:p>
          <a:p>
            <a:pPr lvl="0"/>
            <a:r>
              <a:rPr lang="fr-FR" sz="1200" kern="1200" dirty="0">
                <a:solidFill>
                  <a:schemeClr val="tx1"/>
                </a:solidFill>
                <a:effectLst/>
                <a:latin typeface="+mn-lt"/>
                <a:ea typeface="+mn-ea"/>
                <a:cs typeface="+mn-cs"/>
              </a:rPr>
              <a:t>quels plastiques sont consommés, </a:t>
            </a:r>
          </a:p>
          <a:p>
            <a:pPr lvl="0"/>
            <a:r>
              <a:rPr lang="fr-FR" sz="1200" kern="1200" dirty="0">
                <a:solidFill>
                  <a:schemeClr val="tx1"/>
                </a:solidFill>
                <a:effectLst/>
                <a:latin typeface="+mn-lt"/>
                <a:ea typeface="+mn-ea"/>
                <a:cs typeface="+mn-cs"/>
              </a:rPr>
              <a:t>dans quelles quantités, </a:t>
            </a:r>
          </a:p>
          <a:p>
            <a:pPr lvl="0"/>
            <a:r>
              <a:rPr lang="fr-FR" sz="1200" kern="1200" dirty="0">
                <a:solidFill>
                  <a:schemeClr val="tx1"/>
                </a:solidFill>
                <a:effectLst/>
                <a:latin typeface="+mn-lt"/>
                <a:ea typeface="+mn-ea"/>
                <a:cs typeface="+mn-cs"/>
              </a:rPr>
              <a:t>et potentiellement quels flux de matières circulent sur un territoire donné. </a:t>
            </a:r>
          </a:p>
          <a:p>
            <a:r>
              <a:rPr lang="fr-FR" sz="1200" kern="1200" dirty="0">
                <a:solidFill>
                  <a:schemeClr val="tx1"/>
                </a:solidFill>
                <a:effectLst/>
                <a:latin typeface="+mn-lt"/>
                <a:ea typeface="+mn-ea"/>
                <a:cs typeface="+mn-cs"/>
              </a:rPr>
              <a:t>Autrement dit, nous passons d’un système déclaratif et approximatif à une approche basée sur des données réelles et dynamiques.</a:t>
            </a:r>
          </a:p>
          <a:p>
            <a:endParaRPr lang="en-US" dirty="0"/>
          </a:p>
        </p:txBody>
      </p:sp>
      <p:sp>
        <p:nvSpPr>
          <p:cNvPr id="4" name="Slide Number Placeholder 3">
            <a:extLst>
              <a:ext uri="{FF2B5EF4-FFF2-40B4-BE49-F238E27FC236}">
                <a16:creationId xmlns:a16="http://schemas.microsoft.com/office/drawing/2014/main" id="{70EC96C8-4960-37E4-F654-F944C9E56544}"/>
              </a:ext>
            </a:extLst>
          </p:cNvPr>
          <p:cNvSpPr>
            <a:spLocks noGrp="1"/>
          </p:cNvSpPr>
          <p:nvPr>
            <p:ph type="sldNum" sz="quarter" idx="5"/>
          </p:nvPr>
        </p:nvSpPr>
        <p:spPr/>
        <p:txBody>
          <a:bodyPr/>
          <a:lstStyle/>
          <a:p>
            <a:fld id="{81ED5EF4-5DF0-4ACC-B742-BA8322BAE748}" type="slidenum">
              <a:rPr lang="en-US" smtClean="0"/>
              <a:t>12</a:t>
            </a:fld>
            <a:endParaRPr lang="en-US"/>
          </a:p>
        </p:txBody>
      </p:sp>
    </p:spTree>
    <p:extLst>
      <p:ext uri="{BB962C8B-B14F-4D97-AF65-F5344CB8AC3E}">
        <p14:creationId xmlns:p14="http://schemas.microsoft.com/office/powerpoint/2010/main" val="38400048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41DC5A-CDD0-7497-E566-1E00133F51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46247C-3C11-2D4E-7A54-438688FE65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061F46-D93C-29C8-B106-AAB7792C5EF7}"/>
              </a:ext>
            </a:extLst>
          </p:cNvPr>
          <p:cNvSpPr>
            <a:spLocks noGrp="1"/>
          </p:cNvSpPr>
          <p:nvPr>
            <p:ph type="body" idx="1"/>
          </p:nvPr>
        </p:nvSpPr>
        <p:spPr/>
        <p:txBody>
          <a:bodyPr/>
          <a:lstStyle/>
          <a:p>
            <a:r>
              <a:rPr lang="fr-FR" sz="1200" kern="1200" dirty="0">
                <a:solidFill>
                  <a:schemeClr val="tx1"/>
                </a:solidFill>
                <a:effectLst/>
                <a:latin typeface="+mn-lt"/>
                <a:ea typeface="+mn-ea"/>
                <a:cs typeface="+mn-cs"/>
              </a:rPr>
              <a:t>C’est là que RESSER intervient.</a:t>
            </a:r>
          </a:p>
          <a:p>
            <a:endParaRPr lang="fr-FR" dirty="0"/>
          </a:p>
          <a:p>
            <a:r>
              <a:rPr lang="fr-FR" sz="1200" kern="1200" dirty="0">
                <a:solidFill>
                  <a:schemeClr val="tx1"/>
                </a:solidFill>
                <a:effectLst/>
                <a:latin typeface="+mn-lt"/>
                <a:ea typeface="+mn-ea"/>
                <a:cs typeface="+mn-cs"/>
              </a:rPr>
              <a:t>RESSER est construit autour de trois leviers complémentaires qui forment un véritable écosystème circulaire.</a:t>
            </a:r>
          </a:p>
          <a:p>
            <a:r>
              <a:rPr lang="fr-FR" sz="1200" kern="1200" dirty="0">
                <a:solidFill>
                  <a:schemeClr val="tx1"/>
                </a:solidFill>
                <a:effectLst/>
                <a:latin typeface="+mn-lt"/>
                <a:ea typeface="+mn-ea"/>
                <a:cs typeface="+mn-cs"/>
              </a:rPr>
              <a:t>Le premier levier est une </a:t>
            </a:r>
            <a:r>
              <a:rPr lang="fr-FR" sz="1200" b="1" kern="1200" dirty="0">
                <a:solidFill>
                  <a:schemeClr val="tx1"/>
                </a:solidFill>
                <a:effectLst/>
                <a:latin typeface="+mn-lt"/>
                <a:ea typeface="+mn-ea"/>
                <a:cs typeface="+mn-cs"/>
              </a:rPr>
              <a:t>application mobile intelligente</a:t>
            </a:r>
            <a:r>
              <a:rPr lang="fr-FR" sz="1200" kern="1200" dirty="0">
                <a:solidFill>
                  <a:schemeClr val="tx1"/>
                </a:solidFill>
                <a:effectLst/>
                <a:latin typeface="+mn-lt"/>
                <a:ea typeface="+mn-ea"/>
                <a:cs typeface="+mn-cs"/>
              </a:rPr>
              <a:t>.</a:t>
            </a: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Grâce à des modèles d’intelligence artificielle et de vision-langage, l’utilisateur peut scanner son ticket de caisse — ou demain directement ses produits — afin d’estimer la quantité et les types de plastiques consommés.</a:t>
            </a:r>
          </a:p>
          <a:p>
            <a:r>
              <a:rPr lang="fr-FR" sz="1200" kern="1200" dirty="0">
                <a:solidFill>
                  <a:schemeClr val="tx1"/>
                </a:solidFill>
                <a:effectLst/>
                <a:latin typeface="+mn-lt"/>
                <a:ea typeface="+mn-ea"/>
                <a:cs typeface="+mn-cs"/>
              </a:rPr>
              <a:t>L’objectif n’est pas seulement d’informer l’utilisateur.</a:t>
            </a: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L’application agit également comme une interface territoriale capable de générer des données utiles pour les collectivités :</a:t>
            </a:r>
          </a:p>
          <a:p>
            <a:pPr lvl="0"/>
            <a:r>
              <a:rPr lang="fr-FR" sz="1200" kern="1200" dirty="0">
                <a:solidFill>
                  <a:schemeClr val="tx1"/>
                </a:solidFill>
                <a:effectLst/>
                <a:latin typeface="+mn-lt"/>
                <a:ea typeface="+mn-ea"/>
                <a:cs typeface="+mn-cs"/>
              </a:rPr>
              <a:t>quels plastiques sont consommés, </a:t>
            </a:r>
          </a:p>
          <a:p>
            <a:pPr lvl="0"/>
            <a:r>
              <a:rPr lang="fr-FR" sz="1200" kern="1200" dirty="0">
                <a:solidFill>
                  <a:schemeClr val="tx1"/>
                </a:solidFill>
                <a:effectLst/>
                <a:latin typeface="+mn-lt"/>
                <a:ea typeface="+mn-ea"/>
                <a:cs typeface="+mn-cs"/>
              </a:rPr>
              <a:t>dans quelles quantités, </a:t>
            </a:r>
          </a:p>
          <a:p>
            <a:pPr lvl="0"/>
            <a:r>
              <a:rPr lang="fr-FR" sz="1200" kern="1200" dirty="0">
                <a:solidFill>
                  <a:schemeClr val="tx1"/>
                </a:solidFill>
                <a:effectLst/>
                <a:latin typeface="+mn-lt"/>
                <a:ea typeface="+mn-ea"/>
                <a:cs typeface="+mn-cs"/>
              </a:rPr>
              <a:t>et potentiellement quels flux de matières circulent sur un territoire donné. </a:t>
            </a:r>
          </a:p>
          <a:p>
            <a:r>
              <a:rPr lang="fr-FR" sz="1200" kern="1200" dirty="0">
                <a:solidFill>
                  <a:schemeClr val="tx1"/>
                </a:solidFill>
                <a:effectLst/>
                <a:latin typeface="+mn-lt"/>
                <a:ea typeface="+mn-ea"/>
                <a:cs typeface="+mn-cs"/>
              </a:rPr>
              <a:t>Autrement dit, nous passons d’un système déclaratif et approximatif à une approche basée sur des données réelles et dynamiques.</a:t>
            </a:r>
          </a:p>
          <a:p>
            <a:endParaRPr lang="en-US" dirty="0"/>
          </a:p>
        </p:txBody>
      </p:sp>
      <p:sp>
        <p:nvSpPr>
          <p:cNvPr id="4" name="Slide Number Placeholder 3">
            <a:extLst>
              <a:ext uri="{FF2B5EF4-FFF2-40B4-BE49-F238E27FC236}">
                <a16:creationId xmlns:a16="http://schemas.microsoft.com/office/drawing/2014/main" id="{43CE0308-49E2-1B7B-5633-BAA5C2125832}"/>
              </a:ext>
            </a:extLst>
          </p:cNvPr>
          <p:cNvSpPr>
            <a:spLocks noGrp="1"/>
          </p:cNvSpPr>
          <p:nvPr>
            <p:ph type="sldNum" sz="quarter" idx="5"/>
          </p:nvPr>
        </p:nvSpPr>
        <p:spPr/>
        <p:txBody>
          <a:bodyPr/>
          <a:lstStyle/>
          <a:p>
            <a:fld id="{81ED5EF4-5DF0-4ACC-B742-BA8322BAE748}" type="slidenum">
              <a:rPr lang="en-US" smtClean="0"/>
              <a:t>13</a:t>
            </a:fld>
            <a:endParaRPr lang="en-US"/>
          </a:p>
        </p:txBody>
      </p:sp>
    </p:spTree>
    <p:extLst>
      <p:ext uri="{BB962C8B-B14F-4D97-AF65-F5344CB8AC3E}">
        <p14:creationId xmlns:p14="http://schemas.microsoft.com/office/powerpoint/2010/main" val="10407891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7241D4-864C-4BC6-F3F9-ED46ADBA16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40A684-2A3C-5708-B6B8-4AD2B0D349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9D067E-2B49-E27C-87B7-BF54594CD383}"/>
              </a:ext>
            </a:extLst>
          </p:cNvPr>
          <p:cNvSpPr>
            <a:spLocks noGrp="1"/>
          </p:cNvSpPr>
          <p:nvPr>
            <p:ph type="body" idx="1"/>
          </p:nvPr>
        </p:nvSpPr>
        <p:spPr/>
        <p:txBody>
          <a:bodyPr/>
          <a:lstStyle/>
          <a:p>
            <a:r>
              <a:rPr lang="fr-FR" dirty="0"/>
              <a:t>Notre ambition : doubler le taux de recyclage des emballages plastiques tout en réduisant les distances de transport et les émissions de CO₂ grâce à une valorisation locale des matières.</a:t>
            </a:r>
            <a:endParaRPr lang="en-US" dirty="0"/>
          </a:p>
        </p:txBody>
      </p:sp>
      <p:sp>
        <p:nvSpPr>
          <p:cNvPr id="4" name="Slide Number Placeholder 3">
            <a:extLst>
              <a:ext uri="{FF2B5EF4-FFF2-40B4-BE49-F238E27FC236}">
                <a16:creationId xmlns:a16="http://schemas.microsoft.com/office/drawing/2014/main" id="{8DA86510-7804-1DEC-CFD7-C4962D18026C}"/>
              </a:ext>
            </a:extLst>
          </p:cNvPr>
          <p:cNvSpPr>
            <a:spLocks noGrp="1"/>
          </p:cNvSpPr>
          <p:nvPr>
            <p:ph type="sldNum" sz="quarter" idx="5"/>
          </p:nvPr>
        </p:nvSpPr>
        <p:spPr/>
        <p:txBody>
          <a:bodyPr/>
          <a:lstStyle/>
          <a:p>
            <a:fld id="{81ED5EF4-5DF0-4ACC-B742-BA8322BAE748}" type="slidenum">
              <a:rPr lang="en-US" smtClean="0"/>
              <a:t>14</a:t>
            </a:fld>
            <a:endParaRPr lang="en-US"/>
          </a:p>
        </p:txBody>
      </p:sp>
    </p:spTree>
    <p:extLst>
      <p:ext uri="{BB962C8B-B14F-4D97-AF65-F5344CB8AC3E}">
        <p14:creationId xmlns:p14="http://schemas.microsoft.com/office/powerpoint/2010/main" val="16296528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0BEE5C-B84B-891E-7257-857DEE2373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B074CB-C52C-4F95-37C9-A85E3CE192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9038CD-35B7-60D8-3652-8F4CE2B0C35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F0A4CFB-05D5-002A-E93E-B485DBC8FE5A}"/>
              </a:ext>
            </a:extLst>
          </p:cNvPr>
          <p:cNvSpPr>
            <a:spLocks noGrp="1"/>
          </p:cNvSpPr>
          <p:nvPr>
            <p:ph type="sldNum" sz="quarter" idx="5"/>
          </p:nvPr>
        </p:nvSpPr>
        <p:spPr/>
        <p:txBody>
          <a:bodyPr/>
          <a:lstStyle/>
          <a:p>
            <a:fld id="{81ED5EF4-5DF0-4ACC-B742-BA8322BAE748}" type="slidenum">
              <a:rPr lang="en-US" smtClean="0"/>
              <a:t>17</a:t>
            </a:fld>
            <a:endParaRPr lang="en-US"/>
          </a:p>
        </p:txBody>
      </p:sp>
    </p:spTree>
    <p:extLst>
      <p:ext uri="{BB962C8B-B14F-4D97-AF65-F5344CB8AC3E}">
        <p14:creationId xmlns:p14="http://schemas.microsoft.com/office/powerpoint/2010/main" val="31933014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a:solidFill>
                  <a:srgbClr val="445240"/>
                </a:solidFill>
                <a:latin typeface="Times New Roman" panose="02020603050405020304" pitchFamily="18" charset="0"/>
                <a:ea typeface="Codec Pro"/>
                <a:cs typeface="Times New Roman" panose="02020603050405020304" pitchFamily="18" charset="0"/>
                <a:sym typeface="Codec Pro"/>
              </a:rPr>
              <a:t>Nous envisageons la création d’une SAS (Société par Actions Simplifiée) afin de structurer et développer le projet RESSER. </a:t>
            </a:r>
          </a:p>
          <a:p>
            <a:endParaRPr lang="en-US"/>
          </a:p>
        </p:txBody>
      </p:sp>
      <p:sp>
        <p:nvSpPr>
          <p:cNvPr id="4" name="Slide Number Placeholder 3"/>
          <p:cNvSpPr>
            <a:spLocks noGrp="1"/>
          </p:cNvSpPr>
          <p:nvPr>
            <p:ph type="sldNum" sz="quarter" idx="5"/>
          </p:nvPr>
        </p:nvSpPr>
        <p:spPr/>
        <p:txBody>
          <a:bodyPr/>
          <a:lstStyle/>
          <a:p>
            <a:fld id="{81ED5EF4-5DF0-4ACC-B742-BA8322BAE748}" type="slidenum">
              <a:rPr lang="en-US" smtClean="0"/>
              <a:t>18</a:t>
            </a:fld>
            <a:endParaRPr lang="en-US"/>
          </a:p>
        </p:txBody>
      </p:sp>
    </p:spTree>
    <p:extLst>
      <p:ext uri="{BB962C8B-B14F-4D97-AF65-F5344CB8AC3E}">
        <p14:creationId xmlns:p14="http://schemas.microsoft.com/office/powerpoint/2010/main" val="22328347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0F6C8-005F-F2F6-C54B-A010074A2E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0E637A-6B18-3439-B865-139EA43F55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1170BB-947E-2FD5-8676-AEB0E06A7EC1}"/>
              </a:ext>
            </a:extLst>
          </p:cNvPr>
          <p:cNvSpPr>
            <a:spLocks noGrp="1"/>
          </p:cNvSpPr>
          <p:nvPr>
            <p:ph type="body" idx="1"/>
          </p:nvPr>
        </p:nvSpPr>
        <p:spPr/>
        <p:txBody>
          <a:bodyPr/>
          <a:lstStyle/>
          <a:p>
            <a:r>
              <a:rPr lang="fr-FR" dirty="0"/>
              <a:t>En doublant simplement son taux de recyclage des emballages plastiques, la France pourrait récupérer près d’un milliard d’euros de valeur économique chaque année, tout en réduisant significativement ses émissions de CO₂. </a:t>
            </a:r>
            <a:endParaRPr lang="en-US" dirty="0"/>
          </a:p>
        </p:txBody>
      </p:sp>
      <p:sp>
        <p:nvSpPr>
          <p:cNvPr id="4" name="Slide Number Placeholder 3">
            <a:extLst>
              <a:ext uri="{FF2B5EF4-FFF2-40B4-BE49-F238E27FC236}">
                <a16:creationId xmlns:a16="http://schemas.microsoft.com/office/drawing/2014/main" id="{56B979C5-F7BA-2EB4-0E9D-8E2FA7C91620}"/>
              </a:ext>
            </a:extLst>
          </p:cNvPr>
          <p:cNvSpPr>
            <a:spLocks noGrp="1"/>
          </p:cNvSpPr>
          <p:nvPr>
            <p:ph type="sldNum" sz="quarter" idx="5"/>
          </p:nvPr>
        </p:nvSpPr>
        <p:spPr/>
        <p:txBody>
          <a:bodyPr/>
          <a:lstStyle/>
          <a:p>
            <a:fld id="{81ED5EF4-5DF0-4ACC-B742-BA8322BAE748}" type="slidenum">
              <a:rPr lang="en-US" smtClean="0"/>
              <a:t>20</a:t>
            </a:fld>
            <a:endParaRPr lang="en-US"/>
          </a:p>
        </p:txBody>
      </p:sp>
    </p:spTree>
    <p:extLst>
      <p:ext uri="{BB962C8B-B14F-4D97-AF65-F5344CB8AC3E}">
        <p14:creationId xmlns:p14="http://schemas.microsoft.com/office/powerpoint/2010/main" val="31411568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33DFAD-572E-83A4-83F8-A62AE35DCC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8C609B-24DB-A008-1397-3064E159C3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C8142C-AA2B-3F98-570D-FB6353033B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8EA9E87-77C0-E4BE-16A5-0930D7FE5F0E}"/>
              </a:ext>
            </a:extLst>
          </p:cNvPr>
          <p:cNvSpPr>
            <a:spLocks noGrp="1"/>
          </p:cNvSpPr>
          <p:nvPr>
            <p:ph type="sldNum" sz="quarter" idx="5"/>
          </p:nvPr>
        </p:nvSpPr>
        <p:spPr/>
        <p:txBody>
          <a:bodyPr/>
          <a:lstStyle/>
          <a:p>
            <a:fld id="{81ED5EF4-5DF0-4ACC-B742-BA8322BAE748}" type="slidenum">
              <a:rPr lang="en-US" smtClean="0"/>
              <a:t>21</a:t>
            </a:fld>
            <a:endParaRPr lang="en-US"/>
          </a:p>
        </p:txBody>
      </p:sp>
    </p:spTree>
    <p:extLst>
      <p:ext uri="{BB962C8B-B14F-4D97-AF65-F5344CB8AC3E}">
        <p14:creationId xmlns:p14="http://schemas.microsoft.com/office/powerpoint/2010/main" val="15519552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FA423-8467-1530-3DDF-7F2EA6D1EE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4D897E-EA68-2FF3-40B2-4D6ED4215E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E6D7AC-0F8C-D0A3-6DE6-FFBFAB3EFC7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FD07D6B-17E8-336F-2B9C-490B63EE292B}"/>
              </a:ext>
            </a:extLst>
          </p:cNvPr>
          <p:cNvSpPr>
            <a:spLocks noGrp="1"/>
          </p:cNvSpPr>
          <p:nvPr>
            <p:ph type="sldNum" sz="quarter" idx="5"/>
          </p:nvPr>
        </p:nvSpPr>
        <p:spPr/>
        <p:txBody>
          <a:bodyPr/>
          <a:lstStyle/>
          <a:p>
            <a:fld id="{81ED5EF4-5DF0-4ACC-B742-BA8322BAE748}" type="slidenum">
              <a:rPr lang="en-US" smtClean="0"/>
              <a:t>22</a:t>
            </a:fld>
            <a:endParaRPr lang="en-US"/>
          </a:p>
        </p:txBody>
      </p:sp>
    </p:spTree>
    <p:extLst>
      <p:ext uri="{BB962C8B-B14F-4D97-AF65-F5344CB8AC3E}">
        <p14:creationId xmlns:p14="http://schemas.microsoft.com/office/powerpoint/2010/main" val="6687438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2E9731-B647-60DD-A5DD-F4C6F107FE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64444C-860C-72BE-ED91-8196799CBE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16B66C-05BC-AEB8-6CC2-2A2C012F9B7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3E7BDD8-FAAD-7161-95A6-01CA1A7E5860}"/>
              </a:ext>
            </a:extLst>
          </p:cNvPr>
          <p:cNvSpPr>
            <a:spLocks noGrp="1"/>
          </p:cNvSpPr>
          <p:nvPr>
            <p:ph type="sldNum" sz="quarter" idx="5"/>
          </p:nvPr>
        </p:nvSpPr>
        <p:spPr/>
        <p:txBody>
          <a:bodyPr/>
          <a:lstStyle/>
          <a:p>
            <a:fld id="{81ED5EF4-5DF0-4ACC-B742-BA8322BAE748}" type="slidenum">
              <a:rPr lang="en-US" smtClean="0"/>
              <a:t>23</a:t>
            </a:fld>
            <a:endParaRPr lang="en-US"/>
          </a:p>
        </p:txBody>
      </p:sp>
    </p:spTree>
    <p:extLst>
      <p:ext uri="{BB962C8B-B14F-4D97-AF65-F5344CB8AC3E}">
        <p14:creationId xmlns:p14="http://schemas.microsoft.com/office/powerpoint/2010/main" val="30297106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444015-BC26-265D-AB82-D9A877EC0D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6E807B-B6AC-4EB7-B858-1681D58938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51BCD3-ED64-C37E-F603-ED1ECA4363E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3D424B9-F226-9DDE-B599-5CB60BABF5FE}"/>
              </a:ext>
            </a:extLst>
          </p:cNvPr>
          <p:cNvSpPr>
            <a:spLocks noGrp="1"/>
          </p:cNvSpPr>
          <p:nvPr>
            <p:ph type="sldNum" sz="quarter" idx="5"/>
          </p:nvPr>
        </p:nvSpPr>
        <p:spPr/>
        <p:txBody>
          <a:bodyPr/>
          <a:lstStyle/>
          <a:p>
            <a:fld id="{81ED5EF4-5DF0-4ACC-B742-BA8322BAE748}" type="slidenum">
              <a:rPr lang="en-US" smtClean="0"/>
              <a:t>24</a:t>
            </a:fld>
            <a:endParaRPr lang="en-US"/>
          </a:p>
        </p:txBody>
      </p:sp>
    </p:spTree>
    <p:extLst>
      <p:ext uri="{BB962C8B-B14F-4D97-AF65-F5344CB8AC3E}">
        <p14:creationId xmlns:p14="http://schemas.microsoft.com/office/powerpoint/2010/main" val="22738488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124D7E-576E-BA6B-5A70-ABAA57C474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5E353E-7966-BCC6-F13F-A4EB4E18F4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1FD5B4-1FC9-B4A9-44F9-D0B1A114C01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BCFE2AA-E2A2-63E3-E016-CE128E588376}"/>
              </a:ext>
            </a:extLst>
          </p:cNvPr>
          <p:cNvSpPr>
            <a:spLocks noGrp="1"/>
          </p:cNvSpPr>
          <p:nvPr>
            <p:ph type="sldNum" sz="quarter" idx="5"/>
          </p:nvPr>
        </p:nvSpPr>
        <p:spPr/>
        <p:txBody>
          <a:bodyPr/>
          <a:lstStyle/>
          <a:p>
            <a:fld id="{81ED5EF4-5DF0-4ACC-B742-BA8322BAE748}" type="slidenum">
              <a:rPr lang="en-US" smtClean="0"/>
              <a:t>25</a:t>
            </a:fld>
            <a:endParaRPr lang="en-US"/>
          </a:p>
        </p:txBody>
      </p:sp>
    </p:spTree>
    <p:extLst>
      <p:ext uri="{BB962C8B-B14F-4D97-AF65-F5344CB8AC3E}">
        <p14:creationId xmlns:p14="http://schemas.microsoft.com/office/powerpoint/2010/main" val="26182427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867187-9E32-5AF3-F1D0-42FA5AEB02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655DBB-148C-7BC3-280F-87D9A75516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FFBA70-AC89-61F2-018D-9D508C0BB86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9D126F9-9A1F-13D0-FDDB-B5B2FC8FA63D}"/>
              </a:ext>
            </a:extLst>
          </p:cNvPr>
          <p:cNvSpPr>
            <a:spLocks noGrp="1"/>
          </p:cNvSpPr>
          <p:nvPr>
            <p:ph type="sldNum" sz="quarter" idx="5"/>
          </p:nvPr>
        </p:nvSpPr>
        <p:spPr/>
        <p:txBody>
          <a:bodyPr/>
          <a:lstStyle/>
          <a:p>
            <a:fld id="{81ED5EF4-5DF0-4ACC-B742-BA8322BAE748}" type="slidenum">
              <a:rPr lang="en-US" smtClean="0"/>
              <a:t>26</a:t>
            </a:fld>
            <a:endParaRPr lang="en-US"/>
          </a:p>
        </p:txBody>
      </p:sp>
    </p:spTree>
    <p:extLst>
      <p:ext uri="{BB962C8B-B14F-4D97-AF65-F5344CB8AC3E}">
        <p14:creationId xmlns:p14="http://schemas.microsoft.com/office/powerpoint/2010/main" val="305011177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5AEA1-2145-83F1-81B7-3FE9BDAA4A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D5A3DD-7FA5-A4C3-38AA-BFACAE086D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695E17-317C-9AA4-36A9-557D287610B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8442E6E-C05E-79BC-FD26-9DED1C51D323}"/>
              </a:ext>
            </a:extLst>
          </p:cNvPr>
          <p:cNvSpPr>
            <a:spLocks noGrp="1"/>
          </p:cNvSpPr>
          <p:nvPr>
            <p:ph type="sldNum" sz="quarter" idx="5"/>
          </p:nvPr>
        </p:nvSpPr>
        <p:spPr/>
        <p:txBody>
          <a:bodyPr/>
          <a:lstStyle/>
          <a:p>
            <a:fld id="{81ED5EF4-5DF0-4ACC-B742-BA8322BAE748}" type="slidenum">
              <a:rPr lang="en-US" smtClean="0"/>
              <a:t>27</a:t>
            </a:fld>
            <a:endParaRPr lang="en-US"/>
          </a:p>
        </p:txBody>
      </p:sp>
    </p:spTree>
    <p:extLst>
      <p:ext uri="{BB962C8B-B14F-4D97-AF65-F5344CB8AC3E}">
        <p14:creationId xmlns:p14="http://schemas.microsoft.com/office/powerpoint/2010/main" val="12176682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1ED5EF4-5DF0-4ACC-B742-BA8322BAE748}" type="slidenum">
              <a:rPr lang="en-US" smtClean="0"/>
              <a:t>28</a:t>
            </a:fld>
            <a:endParaRPr lang="en-US"/>
          </a:p>
        </p:txBody>
      </p:sp>
    </p:spTree>
    <p:extLst>
      <p:ext uri="{BB962C8B-B14F-4D97-AF65-F5344CB8AC3E}">
        <p14:creationId xmlns:p14="http://schemas.microsoft.com/office/powerpoint/2010/main" val="22328347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C025B6-3D36-D71D-27F3-95C1A36890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734825-49B7-A0A9-82FC-DF1DD59D7C15}"/>
              </a:ext>
            </a:extLst>
          </p:cNvPr>
          <p:cNvSpPr>
            <a:spLocks noGrp="1" noRot="1" noChangeAspect="1"/>
          </p:cNvSpPr>
          <p:nvPr>
            <p:ph type="sldImg"/>
          </p:nvPr>
        </p:nvSpPr>
        <p:spPr/>
        <p:txBody>
          <a:bodyPr/>
          <a:lstStyle/>
          <a:p>
            <a:endParaRPr lang="en"/>
          </a:p>
        </p:txBody>
      </p:sp>
      <p:sp>
        <p:nvSpPr>
          <p:cNvPr id="3" name="Notes Placeholder 2">
            <a:extLst>
              <a:ext uri="{FF2B5EF4-FFF2-40B4-BE49-F238E27FC236}">
                <a16:creationId xmlns:a16="http://schemas.microsoft.com/office/drawing/2014/main" id="{5297FD4F-B49E-0395-88A1-6A5C9810DE5D}"/>
              </a:ext>
            </a:extLst>
          </p:cNvPr>
          <p:cNvSpPr>
            <a:spLocks noGrp="1"/>
          </p:cNvSpPr>
          <p:nvPr>
            <p:ph type="body" idx="1"/>
          </p:nvPr>
        </p:nvSpPr>
        <p:spPr/>
        <p:txBody>
          <a:bodyPr/>
          <a:lstStyle/>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Societal </a:t>
            </a:r>
          </a:p>
          <a:p>
            <a:r>
              <a:rPr lang="en-US" sz="1200" b="0" i="0" u="none" strike="noStrike" kern="1200" baseline="0" dirty="0" err="1">
                <a:solidFill>
                  <a:schemeClr val="tx1"/>
                </a:solidFill>
                <a:latin typeface="+mn-lt"/>
                <a:ea typeface="+mn-ea"/>
                <a:cs typeface="+mn-cs"/>
              </a:rPr>
              <a:t>Aceptabilite</a:t>
            </a:r>
            <a:endParaRPr lang="en-US" sz="1200" b="0" i="0" u="none" strike="noStrike" kern="1200" baseline="0" dirty="0">
              <a:solidFill>
                <a:schemeClr val="tx1"/>
              </a:solidFill>
              <a:latin typeface="+mn-lt"/>
              <a:ea typeface="+mn-ea"/>
              <a:cs typeface="+mn-cs"/>
            </a:endParaRPr>
          </a:p>
          <a:p>
            <a:r>
              <a:rPr lang="en-US" sz="1200" b="0" i="0" u="none" strike="noStrike" kern="1200" baseline="0" dirty="0" err="1">
                <a:solidFill>
                  <a:schemeClr val="tx1"/>
                </a:solidFill>
                <a:latin typeface="+mn-lt"/>
                <a:ea typeface="+mn-ea"/>
                <a:cs typeface="+mn-cs"/>
              </a:rPr>
              <a:t>explorant</a:t>
            </a:r>
            <a:r>
              <a:rPr lang="en-US" sz="1200" b="0" i="0" u="none" strike="noStrike" kern="1200" baseline="0" dirty="0">
                <a:solidFill>
                  <a:schemeClr val="tx1"/>
                </a:solidFill>
                <a:latin typeface="+mn-lt"/>
                <a:ea typeface="+mn-ea"/>
                <a:cs typeface="+mn-cs"/>
              </a:rPr>
              <a:t>, </a:t>
            </a:r>
            <a:r>
              <a:rPr lang="fr-FR" sz="1200" b="0" i="0" u="none" strike="noStrike" kern="1200" baseline="0" dirty="0">
                <a:solidFill>
                  <a:schemeClr val="tx1"/>
                </a:solidFill>
                <a:latin typeface="+mn-lt"/>
                <a:ea typeface="+mn-ea"/>
                <a:cs typeface="+mn-cs"/>
              </a:rPr>
              <a:t>en </a:t>
            </a:r>
            <a:r>
              <a:rPr lang="fr-FR" sz="1200" b="0" i="0" u="none" strike="noStrike" kern="1200" baseline="0" dirty="0" err="1">
                <a:solidFill>
                  <a:schemeClr val="tx1"/>
                </a:solidFill>
                <a:latin typeface="+mn-lt"/>
                <a:ea typeface="+mn-ea"/>
                <a:cs typeface="+mn-cs"/>
              </a:rPr>
              <a:t>parallele</a:t>
            </a:r>
            <a:r>
              <a:rPr lang="fr-FR" sz="1200" b="0" i="0" u="none" strike="noStrike" kern="1200" baseline="0" dirty="0">
                <a:solidFill>
                  <a:schemeClr val="tx1"/>
                </a:solidFill>
                <a:latin typeface="+mn-lt"/>
                <a:ea typeface="+mn-ea"/>
                <a:cs typeface="+mn-cs"/>
              </a:rPr>
              <a:t>, d’autres voies de valorisation des </a:t>
            </a:r>
            <a:r>
              <a:rPr lang="fr-FR" sz="1200" b="0" i="0" u="none" strike="noStrike" kern="1200" baseline="0" dirty="0" err="1">
                <a:solidFill>
                  <a:schemeClr val="tx1"/>
                </a:solidFill>
                <a:latin typeface="+mn-lt"/>
                <a:ea typeface="+mn-ea"/>
                <a:cs typeface="+mn-cs"/>
              </a:rPr>
              <a:t>dechets</a:t>
            </a:r>
            <a:r>
              <a:rPr lang="fr-FR" sz="1200" b="0" i="0" u="none" strike="noStrike" kern="1200" baseline="0" dirty="0">
                <a:solidFill>
                  <a:schemeClr val="tx1"/>
                </a:solidFill>
                <a:latin typeface="+mn-lt"/>
                <a:ea typeface="+mn-ea"/>
                <a:cs typeface="+mn-cs"/>
              </a:rPr>
              <a:t> plastiques</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noProof="0" dirty="0">
                <a:solidFill>
                  <a:srgbClr val="7CA655">
                    <a:lumMod val="50000"/>
                  </a:srgbClr>
                </a:solidFill>
                <a:latin typeface="Calibri" panose="020F0502020204030204" pitchFamily="34" charset="0"/>
                <a:ea typeface="Calibri" panose="020F0502020204030204" pitchFamily="34" charset="0"/>
                <a:cs typeface="Calibri" panose="020F0502020204030204" pitchFamily="34" charset="0"/>
              </a:rPr>
              <a:t>L’intégration des SE et de l’ACV dans le recyclage distribué</a:t>
            </a:r>
          </a:p>
          <a:p>
            <a:endParaRPr lang="en-US" dirty="0"/>
          </a:p>
        </p:txBody>
      </p:sp>
      <p:sp>
        <p:nvSpPr>
          <p:cNvPr id="4" name="Slide Number Placeholder 3">
            <a:extLst>
              <a:ext uri="{FF2B5EF4-FFF2-40B4-BE49-F238E27FC236}">
                <a16:creationId xmlns:a16="http://schemas.microsoft.com/office/drawing/2014/main" id="{8D171877-246D-130C-0237-64C54BE1AB9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9C7E07-3C67-C64C-8DA0-0404F6303970}"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618135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A8B17208-03BB-422C-A098-7DCA0841B311}" type="datetime1">
              <a:rPr lang="en-US" smtClean="0"/>
              <a:t>7/1/2026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BFDACD9-FC26-4A28-858A-EF4DA30A5FAB}" type="datetime1">
              <a:rPr lang="en-US" smtClean="0"/>
              <a:t>7/1/2026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ACD8F7-5B91-4F61-BBBF-3DC9BE2AAE31}" type="datetime1">
              <a:rPr lang="en-US" smtClean="0"/>
              <a:t>7/1/2026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14898AB-2DCF-4F09-B577-61377443B008}" type="datetime1">
              <a:rPr lang="en-US" smtClean="0"/>
              <a:t>7/1/2026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04BCA26-F878-4E86-AF21-C9718441779B}" type="datetime1">
              <a:rPr lang="en-US" smtClean="0"/>
              <a:t>7/1/2026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280BAED-7755-444F-9048-445D8DAE44F0}" type="datetime1">
              <a:rPr lang="en-US" smtClean="0"/>
              <a:t>7/1/2026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DF8FCDB-675C-404A-99E6-71E3CCEA43AB}" type="datetime1">
              <a:rPr lang="en-US" smtClean="0"/>
              <a:t>7/1/2026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86AA934-F768-48D4-8F43-321AE46D0259}" type="datetime1">
              <a:rPr lang="en-US" smtClean="0"/>
              <a:t>7/1/2026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580A33F-EFC7-4448-BA68-6F32FDE3CF71}" type="datetime1">
              <a:rPr lang="en-US" smtClean="0"/>
              <a:t>7/1/2026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03C0BAA-5400-4935-9E78-0B76A7082298}" type="datetime1">
              <a:rPr lang="en-US" smtClean="0"/>
              <a:t>7/1/2026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7FD0359-E527-42FF-BBE1-A60B13EA6919}" type="datetime1">
              <a:rPr lang="en-US" smtClean="0"/>
              <a:t>7/1/2026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Graphique">
    <p:bg>
      <p:bgPr>
        <a:solidFill>
          <a:schemeClr val="tx1"/>
        </a:solidFill>
        <a:effectLst/>
      </p:bgPr>
    </p:bg>
    <p:spTree>
      <p:nvGrpSpPr>
        <p:cNvPr id="1" name=""/>
        <p:cNvGrpSpPr/>
        <p:nvPr/>
      </p:nvGrpSpPr>
      <p:grpSpPr>
        <a:xfrm>
          <a:off x="0" y="0"/>
          <a:ext cx="0" cy="0"/>
          <a:chOff x="0" y="0"/>
          <a:chExt cx="0" cy="0"/>
        </a:xfrm>
      </p:grpSpPr>
      <p:sp>
        <p:nvSpPr>
          <p:cNvPr id="6" name="Espace réservé du graphique 5">
            <a:extLst>
              <a:ext uri="{FF2B5EF4-FFF2-40B4-BE49-F238E27FC236}">
                <a16:creationId xmlns:a16="http://schemas.microsoft.com/office/drawing/2014/main" id="{75992517-0394-6B43-B15D-2A86A34512F3}"/>
              </a:ext>
            </a:extLst>
          </p:cNvPr>
          <p:cNvSpPr>
            <a:spLocks noGrp="1"/>
          </p:cNvSpPr>
          <p:nvPr>
            <p:ph type="chart" sz="quarter" idx="10"/>
          </p:nvPr>
        </p:nvSpPr>
        <p:spPr>
          <a:xfrm>
            <a:off x="1428750" y="2908662"/>
            <a:ext cx="15529216" cy="6166053"/>
          </a:xfrm>
        </p:spPr>
        <p:txBody>
          <a:bodyPr rtlCol="0"/>
          <a:lstStyle>
            <a:lvl1pPr>
              <a:defRPr>
                <a:solidFill>
                  <a:schemeClr val="tx1"/>
                </a:solidFill>
              </a:defRPr>
            </a:lvl1pPr>
          </a:lstStyle>
          <a:p>
            <a:pPr rtl="0"/>
            <a:r>
              <a:rPr lang="en-US" noProof="0"/>
              <a:t>Click icon to add chart</a:t>
            </a:r>
            <a:endParaRPr lang="fr-FR" noProof="0"/>
          </a:p>
        </p:txBody>
      </p:sp>
      <p:sp>
        <p:nvSpPr>
          <p:cNvPr id="16" name="Titre 1">
            <a:extLst>
              <a:ext uri="{FF2B5EF4-FFF2-40B4-BE49-F238E27FC236}">
                <a16:creationId xmlns:a16="http://schemas.microsoft.com/office/drawing/2014/main" id="{109B023A-F28F-184D-BA48-3F1C0502AE0A}"/>
              </a:ext>
            </a:extLst>
          </p:cNvPr>
          <p:cNvSpPr>
            <a:spLocks noGrp="1"/>
          </p:cNvSpPr>
          <p:nvPr>
            <p:ph type="title" hasCustomPrompt="1"/>
          </p:nvPr>
        </p:nvSpPr>
        <p:spPr>
          <a:xfrm>
            <a:off x="1446036" y="1318597"/>
            <a:ext cx="7412216" cy="916295"/>
          </a:xfrm>
          <a:prstGeom prst="rect">
            <a:avLst/>
          </a:prstGeom>
        </p:spPr>
        <p:txBody>
          <a:bodyPr lIns="0" tIns="0" rIns="0" bIns="0" rtlCol="0" anchor="b" anchorCtr="0">
            <a:normAutofit/>
          </a:bodyPr>
          <a:lstStyle>
            <a:lvl1pPr>
              <a:defRPr sz="4950" b="1" i="0">
                <a:solidFill>
                  <a:schemeClr val="bg1"/>
                </a:solidFill>
                <a:latin typeface="+mj-lt"/>
              </a:defRPr>
            </a:lvl1pPr>
          </a:lstStyle>
          <a:p>
            <a:pPr rtl="0"/>
            <a:r>
              <a:rPr lang="fr-FR" noProof="0"/>
              <a:t>Cliquez pour modifier </a:t>
            </a:r>
          </a:p>
        </p:txBody>
      </p:sp>
      <p:sp>
        <p:nvSpPr>
          <p:cNvPr id="2" name="Espace réservé de la date 1">
            <a:extLst>
              <a:ext uri="{FF2B5EF4-FFF2-40B4-BE49-F238E27FC236}">
                <a16:creationId xmlns:a16="http://schemas.microsoft.com/office/drawing/2014/main" id="{371012B1-809A-45CE-9FED-46D08DC8C42B}"/>
              </a:ext>
            </a:extLst>
          </p:cNvPr>
          <p:cNvSpPr>
            <a:spLocks noGrp="1"/>
          </p:cNvSpPr>
          <p:nvPr>
            <p:ph type="dt" sz="half" idx="11"/>
          </p:nvPr>
        </p:nvSpPr>
        <p:spPr/>
        <p:txBody>
          <a:bodyPr rtlCol="0"/>
          <a:lstStyle/>
          <a:p>
            <a:pPr rtl="0"/>
            <a:fld id="{A02DEA1F-8342-4D82-939A-93CC944DB46A}" type="datetime1">
              <a:rPr lang="en-US" noProof="0" smtClean="0">
                <a:latin typeface="+mn-lt"/>
              </a:rPr>
              <a:t>7/1/2026</a:t>
            </a:fld>
            <a:endParaRPr lang="fr-FR" noProof="0">
              <a:latin typeface="+mn-lt"/>
            </a:endParaRPr>
          </a:p>
        </p:txBody>
      </p:sp>
      <p:sp>
        <p:nvSpPr>
          <p:cNvPr id="3" name="Espace réservé du pied de page 2">
            <a:extLst>
              <a:ext uri="{FF2B5EF4-FFF2-40B4-BE49-F238E27FC236}">
                <a16:creationId xmlns:a16="http://schemas.microsoft.com/office/drawing/2014/main" id="{3FB6FA27-6601-4107-A3C9-808CB4430246}"/>
              </a:ext>
            </a:extLst>
          </p:cNvPr>
          <p:cNvSpPr>
            <a:spLocks noGrp="1"/>
          </p:cNvSpPr>
          <p:nvPr>
            <p:ph type="ftr" sz="quarter" idx="12"/>
          </p:nvPr>
        </p:nvSpPr>
        <p:spPr/>
        <p:txBody>
          <a:bodyPr rtlCol="0"/>
          <a:lstStyle/>
          <a:p>
            <a:pPr rtl="0"/>
            <a:endParaRPr lang="fr-FR" b="0" noProof="0"/>
          </a:p>
        </p:txBody>
      </p:sp>
      <p:sp>
        <p:nvSpPr>
          <p:cNvPr id="4" name="Espace réservé du numéro de diapositive 3">
            <a:extLst>
              <a:ext uri="{FF2B5EF4-FFF2-40B4-BE49-F238E27FC236}">
                <a16:creationId xmlns:a16="http://schemas.microsoft.com/office/drawing/2014/main" id="{0919432A-F8B5-4A96-AEE6-2E159658D5DD}"/>
              </a:ext>
            </a:extLst>
          </p:cNvPr>
          <p:cNvSpPr>
            <a:spLocks noGrp="1"/>
          </p:cNvSpPr>
          <p:nvPr>
            <p:ph type="sldNum" sz="quarter" idx="13"/>
          </p:nvPr>
        </p:nvSpPr>
        <p:spPr/>
        <p:txBody>
          <a:bodyPr rtlCol="0"/>
          <a:lstStyle/>
          <a:p>
            <a:pPr rtl="0"/>
            <a:fld id="{294A09A9-5501-47C1-A89A-A340965A2BE2}" type="slidenum">
              <a:rPr lang="fr-FR" noProof="0" smtClean="0"/>
              <a:pPr rtl="0"/>
              <a:t>‹#›</a:t>
            </a:fld>
            <a:endParaRPr lang="fr-FR" noProof="0">
              <a:latin typeface="+mn-lt"/>
            </a:endParaRPr>
          </a:p>
        </p:txBody>
      </p:sp>
    </p:spTree>
    <p:extLst>
      <p:ext uri="{BB962C8B-B14F-4D97-AF65-F5344CB8AC3E}">
        <p14:creationId xmlns:p14="http://schemas.microsoft.com/office/powerpoint/2010/main" val="1841101111"/>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948656-1A19-45DB-BA59-198075BF424F}" type="datetime1">
              <a:rPr lang="en-US" smtClean="0"/>
              <a:t>7/1/2026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svg"/><Relationship Id="rId7"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3.png"/><Relationship Id="rId5" Type="http://schemas.microsoft.com/office/2007/relationships/hdphoto" Target="../media/hdphoto1.wdp"/><Relationship Id="rId4" Type="http://schemas.openxmlformats.org/officeDocument/2006/relationships/image" Target="../media/image2.png"/><Relationship Id="rId9"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microsoft.com/office/2007/relationships/hdphoto" Target="../media/hdphoto2.wdp"/><Relationship Id="rId5" Type="http://schemas.openxmlformats.org/officeDocument/2006/relationships/image" Target="../media/image8.png"/><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3.jpeg"/><Relationship Id="rId5" Type="http://schemas.openxmlformats.org/officeDocument/2006/relationships/image" Target="../media/image12.png"/><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7.png"/><Relationship Id="rId7" Type="http://schemas.openxmlformats.org/officeDocument/2006/relationships/image" Target="../media/image15.png"/><Relationship Id="rId12" Type="http://schemas.microsoft.com/office/2007/relationships/hdphoto" Target="../media/hdphoto4.wdp"/><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microsoft.com/office/2007/relationships/hdphoto" Target="../media/hdphoto3.wdp"/><Relationship Id="rId11" Type="http://schemas.openxmlformats.org/officeDocument/2006/relationships/image" Target="../media/image18.png"/><Relationship Id="rId5" Type="http://schemas.openxmlformats.org/officeDocument/2006/relationships/image" Target="../media/image14.png"/><Relationship Id="rId10" Type="http://schemas.openxmlformats.org/officeDocument/2006/relationships/image" Target="../media/image17.png"/><Relationship Id="rId4" Type="http://schemas.microsoft.com/office/2007/relationships/hdphoto" Target="../media/hdphoto1.wdp"/><Relationship Id="rId9" Type="http://schemas.openxmlformats.org/officeDocument/2006/relationships/image" Target="../media/image16.png"/></Relationships>
</file>

<file path=ppt/slides/_rels/slide7.xml.rels><?xml version="1.0" encoding="UTF-8" standalone="yes"?>
<Relationships xmlns="http://schemas.openxmlformats.org/package/2006/relationships"><Relationship Id="rId8" Type="http://schemas.microsoft.com/office/2007/relationships/hdphoto" Target="../media/hdphoto4.wdp"/><Relationship Id="rId3" Type="http://schemas.openxmlformats.org/officeDocument/2006/relationships/image" Target="../media/image19.png"/><Relationship Id="rId7"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6.png"/><Relationship Id="rId4" Type="http://schemas.microsoft.com/office/2007/relationships/hdphoto" Target="../media/hdphoto5.wdp"/></Relationships>
</file>

<file path=ppt/slides/_rels/slide8.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21.png"/><Relationship Id="rId7" Type="http://schemas.openxmlformats.org/officeDocument/2006/relationships/image" Target="../media/image14.png"/><Relationship Id="rId12"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microsoft.com/office/2007/relationships/hdphoto" Target="../media/hdphoto1.wdp"/><Relationship Id="rId11" Type="http://schemas.openxmlformats.org/officeDocument/2006/relationships/image" Target="../media/image23.png"/><Relationship Id="rId5" Type="http://schemas.openxmlformats.org/officeDocument/2006/relationships/image" Target="../media/image7.png"/><Relationship Id="rId10" Type="http://schemas.openxmlformats.org/officeDocument/2006/relationships/image" Target="../media/image16.png"/><Relationship Id="rId4" Type="http://schemas.openxmlformats.org/officeDocument/2006/relationships/image" Target="../media/image22.png"/><Relationship Id="rId9" Type="http://schemas.openxmlformats.org/officeDocument/2006/relationships/image" Target="../media/image15.png"/></Relationships>
</file>

<file path=ppt/slides/_rels/slide9.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5.png"/><Relationship Id="rId7"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microsoft.com/office/2007/relationships/hdphoto" Target="../media/hdphoto5.wdp"/><Relationship Id="rId5" Type="http://schemas.openxmlformats.org/officeDocument/2006/relationships/image" Target="../media/image19.png"/><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8" Type="http://schemas.microsoft.com/office/2007/relationships/hdphoto" Target="../media/hdphoto3.wdp"/><Relationship Id="rId13" Type="http://schemas.openxmlformats.org/officeDocument/2006/relationships/image" Target="../media/image28.svg"/><Relationship Id="rId3" Type="http://schemas.openxmlformats.org/officeDocument/2006/relationships/image" Target="../media/image21.png"/><Relationship Id="rId7" Type="http://schemas.openxmlformats.org/officeDocument/2006/relationships/image" Target="../media/image14.png"/><Relationship Id="rId12"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microsoft.com/office/2007/relationships/hdphoto" Target="../media/hdphoto1.wdp"/><Relationship Id="rId11" Type="http://schemas.openxmlformats.org/officeDocument/2006/relationships/image" Target="../media/image23.png"/><Relationship Id="rId5" Type="http://schemas.openxmlformats.org/officeDocument/2006/relationships/image" Target="../media/image7.png"/><Relationship Id="rId10" Type="http://schemas.openxmlformats.org/officeDocument/2006/relationships/image" Target="../media/image16.png"/><Relationship Id="rId4" Type="http://schemas.openxmlformats.org/officeDocument/2006/relationships/image" Target="../media/image22.png"/><Relationship Id="rId9" Type="http://schemas.openxmlformats.org/officeDocument/2006/relationships/image" Target="../media/image15.png"/><Relationship Id="rId14" Type="http://schemas.openxmlformats.org/officeDocument/2006/relationships/image" Target="../media/image29.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image" Target="../media/image30.svg"/><Relationship Id="rId4" Type="http://schemas.microsoft.com/office/2007/relationships/hdphoto" Target="../media/hdphoto5.wdp"/></Relationships>
</file>

<file path=ppt/slides/_rels/slide12.xml.rels><?xml version="1.0" encoding="UTF-8" standalone="yes"?>
<Relationships xmlns="http://schemas.openxmlformats.org/package/2006/relationships"><Relationship Id="rId8" Type="http://schemas.microsoft.com/office/2007/relationships/hdphoto" Target="../media/hdphoto6.wdp"/><Relationship Id="rId13" Type="http://schemas.openxmlformats.org/officeDocument/2006/relationships/image" Target="../media/image30.svg"/><Relationship Id="rId3" Type="http://schemas.openxmlformats.org/officeDocument/2006/relationships/image" Target="../media/image25.png"/><Relationship Id="rId7" Type="http://schemas.openxmlformats.org/officeDocument/2006/relationships/image" Target="../media/image32.png"/><Relationship Id="rId12" Type="http://schemas.openxmlformats.org/officeDocument/2006/relationships/image" Target="../media/image24.png"/><Relationship Id="rId2" Type="http://schemas.openxmlformats.org/officeDocument/2006/relationships/notesSlide" Target="../notesSlides/notesSlide12.xml"/><Relationship Id="rId16" Type="http://schemas.openxmlformats.org/officeDocument/2006/relationships/image" Target="../media/image34.svg"/><Relationship Id="rId1" Type="http://schemas.openxmlformats.org/officeDocument/2006/relationships/slideLayout" Target="../slideLayouts/slideLayout7.xml"/><Relationship Id="rId6" Type="http://schemas.microsoft.com/office/2007/relationships/hdphoto" Target="../media/hdphoto5.wdp"/><Relationship Id="rId11" Type="http://schemas.openxmlformats.org/officeDocument/2006/relationships/image" Target="../media/image27.png"/><Relationship Id="rId5" Type="http://schemas.openxmlformats.org/officeDocument/2006/relationships/image" Target="../media/image19.png"/><Relationship Id="rId15" Type="http://schemas.openxmlformats.org/officeDocument/2006/relationships/image" Target="../media/image33.svg"/><Relationship Id="rId10" Type="http://schemas.openxmlformats.org/officeDocument/2006/relationships/image" Target="../media/image16.png"/><Relationship Id="rId4" Type="http://schemas.openxmlformats.org/officeDocument/2006/relationships/image" Target="../media/image26.png"/><Relationship Id="rId9" Type="http://schemas.openxmlformats.org/officeDocument/2006/relationships/image" Target="../media/image15.png"/><Relationship Id="rId14" Type="http://schemas.openxmlformats.org/officeDocument/2006/relationships/image" Target="../media/image31.png"/></Relationships>
</file>

<file path=ppt/slides/_rels/slide13.xml.rels><?xml version="1.0" encoding="UTF-8" standalone="yes"?>
<Relationships xmlns="http://schemas.openxmlformats.org/package/2006/relationships"><Relationship Id="rId8" Type="http://schemas.openxmlformats.org/officeDocument/2006/relationships/image" Target="../media/image38.svg"/><Relationship Id="rId3" Type="http://schemas.openxmlformats.org/officeDocument/2006/relationships/image" Target="../media/image35.png"/><Relationship Id="rId7" Type="http://schemas.microsoft.com/office/2007/relationships/hdphoto" Target="../media/hdphoto1.wdp"/><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37.png"/><Relationship Id="rId4" Type="http://schemas.openxmlformats.org/officeDocument/2006/relationships/image" Target="../media/image36.png"/><Relationship Id="rId9" Type="http://schemas.openxmlformats.org/officeDocument/2006/relationships/image" Target="../media/image34.sv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microsoft.com/office/2007/relationships/hdphoto" Target="../media/hdphoto1.wdp"/></Relationships>
</file>

<file path=ppt/slides/_rels/slide15.xml.rels><?xml version="1.0" encoding="UTF-8" standalone="yes"?>
<Relationships xmlns="http://schemas.openxmlformats.org/package/2006/relationships"><Relationship Id="rId8" Type="http://schemas.openxmlformats.org/officeDocument/2006/relationships/image" Target="../media/image6.png"/><Relationship Id="rId3" Type="http://schemas.microsoft.com/office/2007/relationships/hdphoto" Target="../media/hdphoto7.wdp"/><Relationship Id="rId7" Type="http://schemas.openxmlformats.org/officeDocument/2006/relationships/image" Target="../media/image5.png"/><Relationship Id="rId2" Type="http://schemas.openxmlformats.org/officeDocument/2006/relationships/image" Target="../media/image39.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41.png"/><Relationship Id="rId4" Type="http://schemas.openxmlformats.org/officeDocument/2006/relationships/image" Target="../media/image40.png"/></Relationships>
</file>

<file path=ppt/slides/_rels/slide1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7.xml"/><Relationship Id="rId5" Type="http://schemas.microsoft.com/office/2007/relationships/hdphoto" Target="../media/hdphoto2.wdp"/><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28.sv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43.png"/><Relationship Id="rId5" Type="http://schemas.openxmlformats.org/officeDocument/2006/relationships/image" Target="../media/image42.png"/><Relationship Id="rId4" Type="http://schemas.microsoft.com/office/2007/relationships/hdphoto" Target="../media/hdphoto1.wdp"/></Relationships>
</file>

<file path=ppt/slides/_rels/slide18.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7.png"/><Relationship Id="rId7" Type="http://schemas.openxmlformats.org/officeDocument/2006/relationships/image" Target="../media/image46.jpe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45.png"/><Relationship Id="rId5" Type="http://schemas.openxmlformats.org/officeDocument/2006/relationships/image" Target="../media/image44.png"/><Relationship Id="rId4" Type="http://schemas.microsoft.com/office/2007/relationships/hdphoto" Target="../media/hdphoto1.wdp"/></Relationships>
</file>

<file path=ppt/slides/_rels/slide1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48.emf"/></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50.png"/><Relationship Id="rId5" Type="http://schemas.openxmlformats.org/officeDocument/2006/relationships/image" Target="../media/image49.png"/><Relationship Id="rId4" Type="http://schemas.microsoft.com/office/2007/relationships/hdphoto" Target="../media/hdphoto1.wdp"/></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7.xml"/><Relationship Id="rId5" Type="http://schemas.openxmlformats.org/officeDocument/2006/relationships/image" Target="../media/image51.png"/><Relationship Id="rId4" Type="http://schemas.microsoft.com/office/2007/relationships/hdphoto" Target="../media/hdphoto1.wdp"/></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7.xml"/><Relationship Id="rId5" Type="http://schemas.openxmlformats.org/officeDocument/2006/relationships/image" Target="../media/image52.png"/><Relationship Id="rId4" Type="http://schemas.microsoft.com/office/2007/relationships/hdphoto" Target="../media/hdphoto1.wdp"/></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7.xml"/><Relationship Id="rId5" Type="http://schemas.openxmlformats.org/officeDocument/2006/relationships/image" Target="../media/image53.png"/><Relationship Id="rId4" Type="http://schemas.microsoft.com/office/2007/relationships/hdphoto" Target="../media/hdphoto1.wdp"/></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7.xml"/><Relationship Id="rId5" Type="http://schemas.openxmlformats.org/officeDocument/2006/relationships/image" Target="../media/image54.svg"/><Relationship Id="rId4" Type="http://schemas.microsoft.com/office/2007/relationships/hdphoto" Target="../media/hdphoto1.wdp"/></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7.xml"/><Relationship Id="rId5" Type="http://schemas.openxmlformats.org/officeDocument/2006/relationships/image" Target="../media/image55.png"/><Relationship Id="rId4" Type="http://schemas.microsoft.com/office/2007/relationships/hdphoto" Target="../media/hdphoto1.wdp"/></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13.jpeg"/><Relationship Id="rId5" Type="http://schemas.openxmlformats.org/officeDocument/2006/relationships/image" Target="../media/image12.png"/><Relationship Id="rId4" Type="http://schemas.microsoft.com/office/2007/relationships/hdphoto" Target="../media/hdphoto1.wdp"/></Relationships>
</file>

<file path=ppt/slides/_rels/slide27.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12.png"/><Relationship Id="rId7" Type="http://schemas.openxmlformats.org/officeDocument/2006/relationships/image" Target="../media/image56.png"/><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38.svg"/><Relationship Id="rId11" Type="http://schemas.openxmlformats.org/officeDocument/2006/relationships/image" Target="../media/image60.png"/><Relationship Id="rId5" Type="http://schemas.microsoft.com/office/2007/relationships/hdphoto" Target="../media/hdphoto1.wdp"/><Relationship Id="rId10" Type="http://schemas.openxmlformats.org/officeDocument/2006/relationships/image" Target="../media/image59.png"/><Relationship Id="rId4" Type="http://schemas.openxmlformats.org/officeDocument/2006/relationships/image" Target="../media/image7.png"/><Relationship Id="rId9" Type="http://schemas.openxmlformats.org/officeDocument/2006/relationships/image" Target="../media/image58.png"/></Relationships>
</file>

<file path=ppt/slides/_rels/slide28.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7.png"/><Relationship Id="rId7" Type="http://schemas.openxmlformats.org/officeDocument/2006/relationships/image" Target="../media/image46.jpeg"/><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image" Target="../media/image45.png"/><Relationship Id="rId5" Type="http://schemas.openxmlformats.org/officeDocument/2006/relationships/image" Target="../media/image44.png"/><Relationship Id="rId4" Type="http://schemas.microsoft.com/office/2007/relationships/hdphoto" Target="../media/hdphoto1.wdp"/></Relationships>
</file>

<file path=ppt/slides/_rels/slide2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8857231"/>
            <a:ext cx="401069" cy="401069"/>
          </a:xfrm>
          <a:custGeom>
            <a:avLst/>
            <a:gdLst/>
            <a:ahLst/>
            <a:cxnLst/>
            <a:rect l="l" t="t" r="r" b="b"/>
            <a:pathLst>
              <a:path w="401069" h="401069">
                <a:moveTo>
                  <a:pt x="0" y="0"/>
                </a:moveTo>
                <a:lnTo>
                  <a:pt x="401069" y="0"/>
                </a:lnTo>
                <a:lnTo>
                  <a:pt x="401069" y="401069"/>
                </a:lnTo>
                <a:lnTo>
                  <a:pt x="0" y="40106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7" name="AutoShape 7"/>
          <p:cNvSpPr/>
          <p:nvPr/>
        </p:nvSpPr>
        <p:spPr>
          <a:xfrm rot="5400000">
            <a:off x="8724900" y="5143500"/>
            <a:ext cx="10287000" cy="0"/>
          </a:xfrm>
          <a:prstGeom prst="line">
            <a:avLst/>
          </a:prstGeom>
          <a:ln w="28575" cap="flat">
            <a:solidFill>
              <a:srgbClr val="FFFFFF"/>
            </a:solidFill>
            <a:prstDash val="solid"/>
            <a:headEnd type="none" w="sm" len="sm"/>
            <a:tailEnd type="none" w="sm" len="sm"/>
          </a:ln>
        </p:spPr>
        <p:txBody>
          <a:bodyPr/>
          <a:lstStyle/>
          <a:p>
            <a:endParaRPr lang="en-US"/>
          </a:p>
        </p:txBody>
      </p:sp>
      <p:sp>
        <p:nvSpPr>
          <p:cNvPr id="8" name="TextBox 8"/>
          <p:cNvSpPr txBox="1"/>
          <p:nvPr/>
        </p:nvSpPr>
        <p:spPr>
          <a:xfrm>
            <a:off x="4541314" y="7437683"/>
            <a:ext cx="9205372" cy="959365"/>
          </a:xfrm>
          <a:prstGeom prst="rect">
            <a:avLst/>
          </a:prstGeom>
        </p:spPr>
        <p:txBody>
          <a:bodyPr wrap="square" lIns="0" tIns="0" rIns="0" bIns="0" rtlCol="0" anchor="t">
            <a:spAutoFit/>
          </a:bodyPr>
          <a:lstStyle/>
          <a:p>
            <a:pPr algn="ctr">
              <a:lnSpc>
                <a:spcPts val="3920"/>
              </a:lnSpc>
            </a:pPr>
            <a:r>
              <a:rPr lang="en-US" sz="2800" b="1" dirty="0">
                <a:solidFill>
                  <a:schemeClr val="accent3">
                    <a:lumMod val="50000"/>
                  </a:schemeClr>
                </a:solidFill>
                <a:latin typeface="Amasis MT Pro" panose="02040504050005020304" pitchFamily="18" charset="0"/>
                <a:ea typeface="Codec Pro Bold"/>
                <a:cs typeface="Arial" panose="020B0604020202020204" pitchFamily="34" charset="0"/>
                <a:sym typeface="Codec Pro Bold"/>
              </a:rPr>
              <a:t>Catalina Suescun </a:t>
            </a:r>
            <a:r>
              <a:rPr lang="fr-FR" sz="2800" b="1" dirty="0">
                <a:solidFill>
                  <a:schemeClr val="accent3">
                    <a:lumMod val="50000"/>
                  </a:schemeClr>
                </a:solidFill>
                <a:latin typeface="Amasis MT Pro" panose="02040504050005020304" pitchFamily="18" charset="0"/>
                <a:ea typeface="Codec Pro Bold"/>
                <a:cs typeface="Arial" panose="020B0604020202020204" pitchFamily="34" charset="0"/>
                <a:sym typeface="Codec Pro Bold"/>
              </a:rPr>
              <a:t>González </a:t>
            </a:r>
          </a:p>
          <a:p>
            <a:pPr algn="ctr">
              <a:lnSpc>
                <a:spcPts val="3920"/>
              </a:lnSpc>
            </a:pPr>
            <a:r>
              <a:rPr lang="fr-FR" sz="2800" b="1" dirty="0">
                <a:solidFill>
                  <a:schemeClr val="accent3">
                    <a:lumMod val="50000"/>
                  </a:schemeClr>
                </a:solidFill>
                <a:latin typeface="Amasis MT Pro" panose="02040504050005020304" pitchFamily="18" charset="0"/>
                <a:ea typeface="Codec Pro Bold"/>
                <a:cs typeface="Arial" panose="020B0604020202020204" pitchFamily="34" charset="0"/>
                <a:sym typeface="Codec Pro Bold"/>
              </a:rPr>
              <a:t>Cristian Caceres Mendoza</a:t>
            </a:r>
          </a:p>
        </p:txBody>
      </p:sp>
      <p:sp>
        <p:nvSpPr>
          <p:cNvPr id="9" name="TextBox 9"/>
          <p:cNvSpPr txBox="1"/>
          <p:nvPr/>
        </p:nvSpPr>
        <p:spPr>
          <a:xfrm>
            <a:off x="15499332" y="9127218"/>
            <a:ext cx="3519935" cy="1411861"/>
          </a:xfrm>
          <a:prstGeom prst="rect">
            <a:avLst/>
          </a:prstGeom>
        </p:spPr>
        <p:txBody>
          <a:bodyPr wrap="square" lIns="0" tIns="0" rIns="0" bIns="0" rtlCol="0" anchor="t">
            <a:spAutoFit/>
          </a:bodyPr>
          <a:lstStyle/>
          <a:p>
            <a:pPr algn="l">
              <a:lnSpc>
                <a:spcPts val="4060"/>
              </a:lnSpc>
            </a:pPr>
            <a:endParaRPr dirty="0">
              <a:latin typeface="Arial" panose="020B0604020202020204" pitchFamily="34" charset="0"/>
              <a:cs typeface="Arial" panose="020B0604020202020204" pitchFamily="34" charset="0"/>
            </a:endParaRPr>
          </a:p>
          <a:p>
            <a:pPr algn="l">
              <a:lnSpc>
                <a:spcPts val="3640"/>
              </a:lnSpc>
            </a:pPr>
            <a:r>
              <a:rPr lang="en-US" sz="2600" dirty="0">
                <a:solidFill>
                  <a:schemeClr val="accent3">
                    <a:lumMod val="50000"/>
                  </a:schemeClr>
                </a:solidFill>
                <a:latin typeface="Arial" panose="020B0604020202020204" pitchFamily="34" charset="0"/>
                <a:ea typeface="Codec Pro"/>
                <a:cs typeface="Arial" panose="020B0604020202020204" pitchFamily="34" charset="0"/>
                <a:sym typeface="Codec Pro"/>
              </a:rPr>
              <a:t>01 July 2026</a:t>
            </a:r>
          </a:p>
          <a:p>
            <a:pPr algn="l">
              <a:lnSpc>
                <a:spcPts val="3640"/>
              </a:lnSpc>
            </a:pPr>
            <a:endParaRPr lang="en-US" sz="2600" dirty="0">
              <a:solidFill>
                <a:schemeClr val="accent3">
                  <a:lumMod val="50000"/>
                </a:schemeClr>
              </a:solidFill>
              <a:latin typeface="Arial" panose="020B0604020202020204" pitchFamily="34" charset="0"/>
              <a:ea typeface="Codec Pro"/>
              <a:cs typeface="Arial" panose="020B0604020202020204" pitchFamily="34" charset="0"/>
              <a:sym typeface="Codec Pro"/>
            </a:endParaRPr>
          </a:p>
        </p:txBody>
      </p:sp>
      <p:pic>
        <p:nvPicPr>
          <p:cNvPr id="13" name="Picture 12" descr="A green number with a white background&#10;&#10;Description automatically generated">
            <a:extLst>
              <a:ext uri="{FF2B5EF4-FFF2-40B4-BE49-F238E27FC236}">
                <a16:creationId xmlns:a16="http://schemas.microsoft.com/office/drawing/2014/main" id="{851EB87A-3A54-A72F-5EBD-0D2FA7EA8F1A}"/>
              </a:ext>
            </a:extLst>
          </p:cNvPr>
          <p:cNvPicPr>
            <a:picLocks noChangeAspect="1"/>
          </p:cNvPicPr>
          <p:nvPr/>
        </p:nvPicPr>
        <p:blipFill>
          <a:blip r:embed="rId4">
            <a:extLst>
              <a:ext uri="{BEBA8EAE-BF5A-486C-A8C5-ECC9F3942E4B}">
                <a14:imgProps xmlns:a14="http://schemas.microsoft.com/office/drawing/2010/main">
                  <a14:imgLayer r:embed="rId5">
                    <a14:imgEffect>
                      <a14:colorTemperature colorTemp="5900"/>
                    </a14:imgEffect>
                    <a14:imgEffect>
                      <a14:saturation sat="33000"/>
                    </a14:imgEffect>
                  </a14:imgLayer>
                </a14:imgProps>
              </a:ext>
              <a:ext uri="{28A0092B-C50C-407E-A947-70E740481C1C}">
                <a14:useLocalDpi xmlns:a14="http://schemas.microsoft.com/office/drawing/2010/main" val="0"/>
              </a:ext>
            </a:extLst>
          </a:blip>
          <a:srcRect l="486" t="6154" r="583" b="7919"/>
          <a:stretch>
            <a:fillRect/>
          </a:stretch>
        </p:blipFill>
        <p:spPr>
          <a:xfrm>
            <a:off x="2323980" y="2707039"/>
            <a:ext cx="13640040" cy="3587371"/>
          </a:xfrm>
          <a:prstGeom prst="rect">
            <a:avLst/>
          </a:prstGeom>
        </p:spPr>
      </p:pic>
      <p:sp>
        <p:nvSpPr>
          <p:cNvPr id="14" name="TextBox 13">
            <a:extLst>
              <a:ext uri="{FF2B5EF4-FFF2-40B4-BE49-F238E27FC236}">
                <a16:creationId xmlns:a16="http://schemas.microsoft.com/office/drawing/2014/main" id="{3056AA3C-26AD-874C-0E2D-CFE0BDDF1D41}"/>
              </a:ext>
            </a:extLst>
          </p:cNvPr>
          <p:cNvSpPr txBox="1"/>
          <p:nvPr/>
        </p:nvSpPr>
        <p:spPr>
          <a:xfrm>
            <a:off x="3021546" y="531853"/>
            <a:ext cx="12244907" cy="830997"/>
          </a:xfrm>
          <a:prstGeom prst="rect">
            <a:avLst/>
          </a:prstGeom>
          <a:noFill/>
        </p:spPr>
        <p:txBody>
          <a:bodyPr wrap="square" rtlCol="0">
            <a:spAutoFit/>
          </a:bodyPr>
          <a:lstStyle/>
          <a:p>
            <a:r>
              <a:rPr lang="en-US" sz="4800" dirty="0">
                <a:solidFill>
                  <a:schemeClr val="accent3">
                    <a:lumMod val="50000"/>
                  </a:schemeClr>
                </a:solidFill>
                <a:latin typeface="Amasis MT Pro" panose="02040504050005020304" pitchFamily="18" charset="0"/>
                <a:cs typeface="Arial" panose="020B0604020202020204" pitchFamily="34" charset="0"/>
              </a:rPr>
              <a:t>Together, let's make recycling come naturally!</a:t>
            </a:r>
          </a:p>
        </p:txBody>
      </p:sp>
      <p:grpSp>
        <p:nvGrpSpPr>
          <p:cNvPr id="3" name="Grupo 20">
            <a:extLst>
              <a:ext uri="{FF2B5EF4-FFF2-40B4-BE49-F238E27FC236}">
                <a16:creationId xmlns:a16="http://schemas.microsoft.com/office/drawing/2014/main" id="{8FE0EFC1-61CC-703B-ECA0-AAAE9D3F930A}"/>
              </a:ext>
            </a:extLst>
          </p:cNvPr>
          <p:cNvGrpSpPr/>
          <p:nvPr/>
        </p:nvGrpSpPr>
        <p:grpSpPr>
          <a:xfrm>
            <a:off x="2646747" y="8969003"/>
            <a:ext cx="7958500" cy="1195493"/>
            <a:chOff x="4201465" y="5330493"/>
            <a:chExt cx="5305926" cy="692785"/>
          </a:xfrm>
        </p:grpSpPr>
        <p:pic>
          <p:nvPicPr>
            <p:cNvPr id="4" name="Picture 5" descr="A close up of a logo&#10;&#10;Description automatically generated">
              <a:extLst>
                <a:ext uri="{FF2B5EF4-FFF2-40B4-BE49-F238E27FC236}">
                  <a16:creationId xmlns:a16="http://schemas.microsoft.com/office/drawing/2014/main" id="{824E9BAA-6E12-73AA-14BF-93B17131082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201465" y="5422178"/>
              <a:ext cx="1327455" cy="458134"/>
            </a:xfrm>
            <a:prstGeom prst="rect">
              <a:avLst/>
            </a:prstGeom>
          </p:spPr>
        </p:pic>
        <p:pic>
          <p:nvPicPr>
            <p:cNvPr id="5" name="Picture 6" descr="A black and white logo&#10;&#10;Description automatically generated">
              <a:extLst>
                <a:ext uri="{FF2B5EF4-FFF2-40B4-BE49-F238E27FC236}">
                  <a16:creationId xmlns:a16="http://schemas.microsoft.com/office/drawing/2014/main" id="{3810B5CE-5D7A-C880-35B3-E89A27E41A8D}"/>
                </a:ext>
              </a:extLst>
            </p:cNvPr>
            <p:cNvPicPr>
              <a:picLocks noChangeAspect="1"/>
            </p:cNvPicPr>
            <p:nvPr/>
          </p:nvPicPr>
          <p:blipFill rotWithShape="1">
            <a:blip r:embed="rId7">
              <a:extLst>
                <a:ext uri="{28A0092B-C50C-407E-A947-70E740481C1C}">
                  <a14:useLocalDpi xmlns:a14="http://schemas.microsoft.com/office/drawing/2010/main" val="0"/>
                </a:ext>
              </a:extLst>
            </a:blip>
            <a:srcRect l="54538"/>
            <a:stretch/>
          </p:blipFill>
          <p:spPr bwMode="auto">
            <a:xfrm rot="10800000" flipH="1" flipV="1">
              <a:off x="5974339" y="5330493"/>
              <a:ext cx="1587522" cy="641503"/>
            </a:xfrm>
            <a:prstGeom prst="rect">
              <a:avLst/>
            </a:prstGeom>
            <a:noFill/>
            <a:ln>
              <a:noFill/>
            </a:ln>
            <a:extLst>
              <a:ext uri="{53640926-AAD7-44D8-BBD7-CCE9431645EC}">
                <a14:shadowObscured xmlns:a14="http://schemas.microsoft.com/office/drawing/2010/main"/>
              </a:ext>
            </a:extLst>
          </p:spPr>
        </p:pic>
        <p:pic>
          <p:nvPicPr>
            <p:cNvPr id="6" name="Picture 7" descr="A yellow and black logo&#10;&#10;Description automatically generated">
              <a:extLst>
                <a:ext uri="{FF2B5EF4-FFF2-40B4-BE49-F238E27FC236}">
                  <a16:creationId xmlns:a16="http://schemas.microsoft.com/office/drawing/2014/main" id="{75400F5D-6CE8-0190-81F7-45B803B79163}"/>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8007279" y="5381776"/>
              <a:ext cx="1500112" cy="641502"/>
            </a:xfrm>
            <a:prstGeom prst="rect">
              <a:avLst/>
            </a:prstGeom>
            <a:noFill/>
          </p:spPr>
        </p:pic>
      </p:grpSp>
      <p:sp>
        <p:nvSpPr>
          <p:cNvPr id="10" name="ZoneTexte 9">
            <a:extLst>
              <a:ext uri="{FF2B5EF4-FFF2-40B4-BE49-F238E27FC236}">
                <a16:creationId xmlns:a16="http://schemas.microsoft.com/office/drawing/2014/main" id="{17B7FDA9-C34F-5E78-B06A-912ABB82A8EB}"/>
              </a:ext>
            </a:extLst>
          </p:cNvPr>
          <p:cNvSpPr txBox="1"/>
          <p:nvPr/>
        </p:nvSpPr>
        <p:spPr>
          <a:xfrm>
            <a:off x="14020800" y="9592235"/>
            <a:ext cx="184731" cy="369332"/>
          </a:xfrm>
          <a:prstGeom prst="rect">
            <a:avLst/>
          </a:prstGeom>
          <a:noFill/>
        </p:spPr>
        <p:txBody>
          <a:bodyPr wrap="none" rtlCol="0">
            <a:spAutoFit/>
          </a:bodyPr>
          <a:lstStyle/>
          <a:p>
            <a:endParaRPr lang="fr-FR"/>
          </a:p>
        </p:txBody>
      </p:sp>
      <p:pic>
        <p:nvPicPr>
          <p:cNvPr id="12" name="Picture 6">
            <a:extLst>
              <a:ext uri="{FF2B5EF4-FFF2-40B4-BE49-F238E27FC236}">
                <a16:creationId xmlns:a16="http://schemas.microsoft.com/office/drawing/2014/main" id="{549F6848-6780-9D8A-F7D7-3AF39E86C4EC}"/>
              </a:ext>
            </a:extLst>
          </p:cNvPr>
          <p:cNvPicPr>
            <a:picLocks noChangeAspect="1"/>
          </p:cNvPicPr>
          <p:nvPr/>
        </p:nvPicPr>
        <p:blipFill>
          <a:blip r:embed="rId9"/>
          <a:srcRect/>
          <a:stretch>
            <a:fillRect/>
          </a:stretch>
        </p:blipFill>
        <p:spPr>
          <a:xfrm>
            <a:off x="11894885" y="9037779"/>
            <a:ext cx="2696025" cy="969446"/>
          </a:xfrm>
          <a:prstGeom prst="rect">
            <a:avLst/>
          </a:prstGeom>
        </p:spPr>
      </p:pic>
      <p:sp>
        <p:nvSpPr>
          <p:cNvPr id="17" name="Slide Number Placeholder 16">
            <a:extLst>
              <a:ext uri="{FF2B5EF4-FFF2-40B4-BE49-F238E27FC236}">
                <a16:creationId xmlns:a16="http://schemas.microsoft.com/office/drawing/2014/main" id="{547E8B19-50FA-4677-8CF9-9273C4C6C5AE}"/>
              </a:ext>
            </a:extLst>
          </p:cNvPr>
          <p:cNvSpPr>
            <a:spLocks noGrp="1"/>
          </p:cNvSpPr>
          <p:nvPr>
            <p:ph type="sldNum" sz="quarter" idx="12"/>
          </p:nvPr>
        </p:nvSpPr>
        <p:spPr>
          <a:xfrm>
            <a:off x="15499332" y="10007225"/>
            <a:ext cx="2643931" cy="182562"/>
          </a:xfrm>
        </p:spPr>
        <p:txBody>
          <a:bodyPr/>
          <a:lstStyle/>
          <a:p>
            <a:fld id="{B6F15528-21DE-4FAA-801E-634DDDAF4B2B}" type="slidenum">
              <a:rPr lang="en-US" smtClean="0"/>
              <a:pPr/>
              <a:t>1</a:t>
            </a:fld>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285AD5-F983-0917-605E-DF01327EA536}"/>
            </a:ext>
          </a:extLst>
        </p:cNvPr>
        <p:cNvGrpSpPr/>
        <p:nvPr/>
      </p:nvGrpSpPr>
      <p:grpSpPr>
        <a:xfrm>
          <a:off x="0" y="0"/>
          <a:ext cx="0" cy="0"/>
          <a:chOff x="0" y="0"/>
          <a:chExt cx="0" cy="0"/>
        </a:xfrm>
      </p:grpSpPr>
      <p:sp>
        <p:nvSpPr>
          <p:cNvPr id="23" name="Rectángulo 22">
            <a:extLst>
              <a:ext uri="{FF2B5EF4-FFF2-40B4-BE49-F238E27FC236}">
                <a16:creationId xmlns:a16="http://schemas.microsoft.com/office/drawing/2014/main" id="{CEBF6D5B-FEAF-D9E2-BB7C-F7AA78BD4498}"/>
              </a:ext>
            </a:extLst>
          </p:cNvPr>
          <p:cNvSpPr/>
          <p:nvPr/>
        </p:nvSpPr>
        <p:spPr>
          <a:xfrm>
            <a:off x="0" y="-3921"/>
            <a:ext cx="18288000" cy="1700412"/>
          </a:xfrm>
          <a:prstGeom prst="rect">
            <a:avLst/>
          </a:prstGeom>
          <a:gradFill flip="none" rotWithShape="1">
            <a:gsLst>
              <a:gs pos="0">
                <a:srgbClr val="445240"/>
              </a:gs>
              <a:gs pos="88000">
                <a:srgbClr val="445240">
                  <a:alpha val="17000"/>
                </a:srgbClr>
              </a:gs>
              <a:gs pos="54000">
                <a:srgbClr val="445240">
                  <a:alpha val="64000"/>
                </a:srgbClr>
              </a:gs>
              <a:gs pos="74000">
                <a:srgbClr val="445240">
                  <a:alpha val="49000"/>
                </a:srgbClr>
              </a:gs>
              <a:gs pos="100000">
                <a:srgbClr val="445240">
                  <a:alpha val="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 name="Picture 12" descr="A green number with a white background&#10;&#10;Description automatically generated">
            <a:extLst>
              <a:ext uri="{FF2B5EF4-FFF2-40B4-BE49-F238E27FC236}">
                <a16:creationId xmlns:a16="http://schemas.microsoft.com/office/drawing/2014/main" id="{FDEE4195-D7B6-BD48-CB2C-4273702422A6}"/>
              </a:ext>
            </a:extLst>
          </p:cNvPr>
          <p:cNvPicPr>
            <a:picLocks noChangeAspect="1"/>
          </p:cNvPicPr>
          <p:nvPr/>
        </p:nvPicPr>
        <p:blipFill>
          <a:blip r:embed="rId3" cstate="print">
            <a:biLevel thresh="25000"/>
            <a:extLst>
              <a:ext uri="{BEBA8EAE-BF5A-486C-A8C5-ECC9F3942E4B}">
                <a14:imgProps xmlns:a14="http://schemas.microsoft.com/office/drawing/2010/main">
                  <a14:imgLayer r:embed="rId4">
                    <a14:imgEffect>
                      <a14:backgroundRemoval t="14524" b="87143" l="1586" r="97260">
                        <a14:foregroundMark x1="16078" y1="39286" x2="16078" y2="39286"/>
                        <a14:foregroundMark x1="6849" y1="41905" x2="6849" y2="41905"/>
                        <a14:foregroundMark x1="50180" y1="55238" x2="50180" y2="55238"/>
                        <a14:foregroundMark x1="30209" y1="87143" x2="30209" y2="87143"/>
                        <a14:foregroundMark x1="60923" y1="54762" x2="60923" y2="54762"/>
                        <a14:foregroundMark x1="72675" y1="57857" x2="72675" y2="57857"/>
                        <a14:foregroundMark x1="89257" y1="44048" x2="89257" y2="44048"/>
                        <a14:foregroundMark x1="97404" y1="31667" x2="97404" y2="31667"/>
                        <a14:foregroundMark x1="5479" y1="62381" x2="5479" y2="62381"/>
                        <a14:foregroundMark x1="1586" y1="84762" x2="1586" y2="84762"/>
                      </a14:backgroundRemoval>
                    </a14:imgEffect>
                    <a14:imgEffect>
                      <a14:artisticTexturizer/>
                    </a14:imgEffect>
                    <a14:imgEffect>
                      <a14:saturation sat="33000"/>
                    </a14:imgEffect>
                  </a14:imgLayer>
                </a14:imgProps>
              </a:ext>
              <a:ext uri="{28A0092B-C50C-407E-A947-70E740481C1C}">
                <a14:useLocalDpi xmlns:a14="http://schemas.microsoft.com/office/drawing/2010/main" val="0"/>
              </a:ext>
            </a:extLst>
          </a:blip>
          <a:srcRect l="486" t="6154" r="583" b="7919"/>
          <a:stretch>
            <a:fillRect/>
          </a:stretch>
        </p:blipFill>
        <p:spPr>
          <a:xfrm>
            <a:off x="14206789" y="159703"/>
            <a:ext cx="3738723" cy="983295"/>
          </a:xfrm>
          <a:prstGeom prst="rect">
            <a:avLst/>
          </a:prstGeom>
        </p:spPr>
      </p:pic>
      <p:sp>
        <p:nvSpPr>
          <p:cNvPr id="3" name="CuadroTexto 2">
            <a:extLst>
              <a:ext uri="{FF2B5EF4-FFF2-40B4-BE49-F238E27FC236}">
                <a16:creationId xmlns:a16="http://schemas.microsoft.com/office/drawing/2014/main" id="{CEF7F8EA-4003-2C12-DDC1-2884D965542D}"/>
              </a:ext>
            </a:extLst>
          </p:cNvPr>
          <p:cNvSpPr txBox="1"/>
          <p:nvPr/>
        </p:nvSpPr>
        <p:spPr>
          <a:xfrm>
            <a:off x="420857" y="138013"/>
            <a:ext cx="12164612" cy="1323439"/>
          </a:xfrm>
          <a:prstGeom prst="rect">
            <a:avLst/>
          </a:prstGeom>
          <a:noFill/>
        </p:spPr>
        <p:txBody>
          <a:bodyPr wrap="square" rtlCol="0">
            <a:spAutoFit/>
          </a:bodyPr>
          <a:lstStyle/>
          <a:p>
            <a:pPr algn="ctr"/>
            <a:r>
              <a:rPr lang="fr-FR" sz="8000" dirty="0">
                <a:solidFill>
                  <a:schemeClr val="bg1"/>
                </a:solidFill>
                <a:latin typeface="Arial" panose="020B0604020202020204" pitchFamily="34" charset="0"/>
                <a:cs typeface="Arial" panose="020B0604020202020204" pitchFamily="34" charset="0"/>
              </a:rPr>
              <a:t>The Project </a:t>
            </a:r>
          </a:p>
        </p:txBody>
      </p:sp>
      <p:sp>
        <p:nvSpPr>
          <p:cNvPr id="30" name="TextBox 21">
            <a:extLst>
              <a:ext uri="{FF2B5EF4-FFF2-40B4-BE49-F238E27FC236}">
                <a16:creationId xmlns:a16="http://schemas.microsoft.com/office/drawing/2014/main" id="{0B519678-5858-986A-05EF-2EA36A1DCEE4}"/>
              </a:ext>
            </a:extLst>
          </p:cNvPr>
          <p:cNvSpPr txBox="1"/>
          <p:nvPr/>
        </p:nvSpPr>
        <p:spPr>
          <a:xfrm>
            <a:off x="282797" y="3796180"/>
            <a:ext cx="17722406" cy="538865"/>
          </a:xfrm>
          <a:prstGeom prst="rect">
            <a:avLst/>
          </a:prstGeom>
        </p:spPr>
        <p:txBody>
          <a:bodyPr wrap="square" lIns="0" tIns="0" rIns="0" bIns="0" rtlCol="0" anchor="t">
            <a:spAutoFit/>
          </a:bodyPr>
          <a:lstStyle/>
          <a:p>
            <a:pPr algn="ctr">
              <a:lnSpc>
                <a:spcPts val="3639"/>
              </a:lnSpc>
              <a:spcBef>
                <a:spcPct val="0"/>
              </a:spcBef>
            </a:pPr>
            <a:r>
              <a:rPr lang="en-US" sz="6600" b="1" dirty="0">
                <a:solidFill>
                  <a:schemeClr val="accent3">
                    <a:lumMod val="50000"/>
                  </a:schemeClr>
                </a:solidFill>
                <a:latin typeface="Arial" panose="020B0604020202020204" pitchFamily="34" charset="0"/>
                <a:ea typeface="Codec Pro"/>
                <a:cs typeface="Arial" panose="020B0604020202020204" pitchFamily="34" charset="0"/>
                <a:sym typeface="Codec Pro"/>
              </a:rPr>
              <a:t>Development of an integrated  service</a:t>
            </a:r>
            <a:endParaRPr lang="fr-FR" sz="6600" b="1" dirty="0">
              <a:solidFill>
                <a:schemeClr val="accent3">
                  <a:lumMod val="50000"/>
                </a:schemeClr>
              </a:solidFill>
              <a:latin typeface="Arial" panose="020B0604020202020204" pitchFamily="34" charset="0"/>
              <a:ea typeface="Codec Pro"/>
              <a:cs typeface="Arial" panose="020B0604020202020204" pitchFamily="34" charset="0"/>
              <a:sym typeface="Codec Pro"/>
            </a:endParaRPr>
          </a:p>
        </p:txBody>
      </p:sp>
      <p:sp>
        <p:nvSpPr>
          <p:cNvPr id="13" name="Slide Number Placeholder 16">
            <a:extLst>
              <a:ext uri="{FF2B5EF4-FFF2-40B4-BE49-F238E27FC236}">
                <a16:creationId xmlns:a16="http://schemas.microsoft.com/office/drawing/2014/main" id="{24D8B7AB-2A0B-426A-BAAC-C9B69169A1D2}"/>
              </a:ext>
            </a:extLst>
          </p:cNvPr>
          <p:cNvSpPr>
            <a:spLocks noGrp="1"/>
          </p:cNvSpPr>
          <p:nvPr>
            <p:ph type="sldNum" sz="quarter" idx="12"/>
          </p:nvPr>
        </p:nvSpPr>
        <p:spPr>
          <a:xfrm>
            <a:off x="16009663" y="9824662"/>
            <a:ext cx="2133600" cy="365125"/>
          </a:xfrm>
        </p:spPr>
        <p:txBody>
          <a:bodyPr/>
          <a:lstStyle/>
          <a:p>
            <a:fld id="{B6F15528-21DE-4FAA-801E-634DDDAF4B2B}" type="slidenum">
              <a:rPr lang="en-US" smtClean="0"/>
              <a:pPr/>
              <a:t>2</a:t>
            </a:fld>
            <a:endParaRPr lang="en-US"/>
          </a:p>
        </p:txBody>
      </p:sp>
      <p:sp>
        <p:nvSpPr>
          <p:cNvPr id="7" name="TextBox 21">
            <a:extLst>
              <a:ext uri="{FF2B5EF4-FFF2-40B4-BE49-F238E27FC236}">
                <a16:creationId xmlns:a16="http://schemas.microsoft.com/office/drawing/2014/main" id="{586649F2-33BD-BD47-0118-0F06D103E9C0}"/>
              </a:ext>
            </a:extLst>
          </p:cNvPr>
          <p:cNvSpPr txBox="1"/>
          <p:nvPr/>
        </p:nvSpPr>
        <p:spPr>
          <a:xfrm>
            <a:off x="-604684" y="5701804"/>
            <a:ext cx="19482619" cy="538865"/>
          </a:xfrm>
          <a:prstGeom prst="rect">
            <a:avLst/>
          </a:prstGeom>
        </p:spPr>
        <p:txBody>
          <a:bodyPr wrap="square" lIns="0" tIns="0" rIns="0" bIns="0" rtlCol="0" anchor="t">
            <a:spAutoFit/>
          </a:bodyPr>
          <a:lstStyle/>
          <a:p>
            <a:pPr algn="ctr">
              <a:lnSpc>
                <a:spcPts val="3639"/>
              </a:lnSpc>
              <a:spcBef>
                <a:spcPct val="0"/>
              </a:spcBef>
            </a:pPr>
            <a:r>
              <a:rPr lang="en-US" sz="6600" b="1" dirty="0">
                <a:solidFill>
                  <a:schemeClr val="accent3">
                    <a:lumMod val="75000"/>
                  </a:schemeClr>
                </a:solidFill>
                <a:latin typeface="Arial" panose="020B0604020202020204" pitchFamily="34" charset="0"/>
                <a:ea typeface="Codec Pro"/>
                <a:cs typeface="Arial" panose="020B0604020202020204" pitchFamily="34" charset="0"/>
                <a:sym typeface="Codec Pro"/>
              </a:rPr>
              <a:t>traceability, collection, and material</a:t>
            </a:r>
            <a:endParaRPr lang="fr-FR" sz="6600" b="1" dirty="0">
              <a:solidFill>
                <a:schemeClr val="accent3">
                  <a:lumMod val="50000"/>
                </a:schemeClr>
              </a:solidFill>
              <a:latin typeface="Arial" panose="020B0604020202020204" pitchFamily="34" charset="0"/>
              <a:ea typeface="Codec Pro"/>
              <a:cs typeface="Arial" panose="020B0604020202020204" pitchFamily="34" charset="0"/>
              <a:sym typeface="Codec Pro"/>
            </a:endParaRPr>
          </a:p>
        </p:txBody>
      </p:sp>
      <p:sp>
        <p:nvSpPr>
          <p:cNvPr id="8" name="TextBox 21">
            <a:extLst>
              <a:ext uri="{FF2B5EF4-FFF2-40B4-BE49-F238E27FC236}">
                <a16:creationId xmlns:a16="http://schemas.microsoft.com/office/drawing/2014/main" id="{BF6B19B0-9C09-E6E5-9DF9-C426BB8586D1}"/>
              </a:ext>
            </a:extLst>
          </p:cNvPr>
          <p:cNvSpPr txBox="1"/>
          <p:nvPr/>
        </p:nvSpPr>
        <p:spPr>
          <a:xfrm>
            <a:off x="282797" y="6702334"/>
            <a:ext cx="17722406" cy="538865"/>
          </a:xfrm>
          <a:prstGeom prst="rect">
            <a:avLst/>
          </a:prstGeom>
        </p:spPr>
        <p:txBody>
          <a:bodyPr wrap="square" lIns="0" tIns="0" rIns="0" bIns="0" rtlCol="0" anchor="t">
            <a:spAutoFit/>
          </a:bodyPr>
          <a:lstStyle/>
          <a:p>
            <a:pPr algn="ctr">
              <a:lnSpc>
                <a:spcPts val="3639"/>
              </a:lnSpc>
              <a:spcBef>
                <a:spcPct val="0"/>
              </a:spcBef>
            </a:pPr>
            <a:r>
              <a:rPr lang="en-US" sz="6600" b="1" dirty="0">
                <a:solidFill>
                  <a:schemeClr val="accent3">
                    <a:lumMod val="75000"/>
                  </a:schemeClr>
                </a:solidFill>
                <a:latin typeface="Arial" panose="020B0604020202020204" pitchFamily="34" charset="0"/>
                <a:ea typeface="Codec Pro"/>
                <a:cs typeface="Arial" panose="020B0604020202020204" pitchFamily="34" charset="0"/>
                <a:sym typeface="Codec Pro"/>
              </a:rPr>
              <a:t>revalorization </a:t>
            </a:r>
            <a:r>
              <a:rPr lang="fr-FR" sz="6600" b="1" dirty="0">
                <a:solidFill>
                  <a:schemeClr val="accent3">
                    <a:lumMod val="50000"/>
                  </a:schemeClr>
                </a:solidFill>
                <a:latin typeface="Arial" panose="020B0604020202020204" pitchFamily="34" charset="0"/>
                <a:ea typeface="Codec Pro"/>
                <a:cs typeface="Arial" panose="020B0604020202020204" pitchFamily="34" charset="0"/>
                <a:sym typeface="Codec Pro"/>
              </a:rPr>
              <a:t>of plastic packaging.</a:t>
            </a:r>
          </a:p>
        </p:txBody>
      </p:sp>
      <p:sp>
        <p:nvSpPr>
          <p:cNvPr id="10" name="TextBox 21">
            <a:extLst>
              <a:ext uri="{FF2B5EF4-FFF2-40B4-BE49-F238E27FC236}">
                <a16:creationId xmlns:a16="http://schemas.microsoft.com/office/drawing/2014/main" id="{C92742C1-24A5-355D-16C8-3B11CCA55B94}"/>
              </a:ext>
            </a:extLst>
          </p:cNvPr>
          <p:cNvSpPr txBox="1"/>
          <p:nvPr/>
        </p:nvSpPr>
        <p:spPr>
          <a:xfrm>
            <a:off x="282797" y="4748992"/>
            <a:ext cx="17722406" cy="538865"/>
          </a:xfrm>
          <a:prstGeom prst="rect">
            <a:avLst/>
          </a:prstGeom>
        </p:spPr>
        <p:txBody>
          <a:bodyPr wrap="square" lIns="0" tIns="0" rIns="0" bIns="0" rtlCol="0" anchor="t">
            <a:spAutoFit/>
          </a:bodyPr>
          <a:lstStyle/>
          <a:p>
            <a:pPr algn="ctr">
              <a:lnSpc>
                <a:spcPts val="3639"/>
              </a:lnSpc>
              <a:spcBef>
                <a:spcPct val="0"/>
              </a:spcBef>
            </a:pPr>
            <a:r>
              <a:rPr lang="en-US" sz="6600" b="1" dirty="0">
                <a:solidFill>
                  <a:schemeClr val="accent3">
                    <a:lumMod val="50000"/>
                  </a:schemeClr>
                </a:solidFill>
                <a:latin typeface="Arial" panose="020B0604020202020204" pitchFamily="34" charset="0"/>
                <a:ea typeface="Codec Pro"/>
                <a:cs typeface="Arial" panose="020B0604020202020204" pitchFamily="34" charset="0"/>
                <a:sym typeface="Codec Pro"/>
              </a:rPr>
              <a:t>ecosystem the that enables the local :</a:t>
            </a:r>
            <a:endParaRPr lang="fr-FR" sz="6600" b="1" dirty="0">
              <a:solidFill>
                <a:schemeClr val="accent3">
                  <a:lumMod val="50000"/>
                </a:schemeClr>
              </a:solidFill>
              <a:latin typeface="Arial" panose="020B0604020202020204" pitchFamily="34" charset="0"/>
              <a:ea typeface="Codec Pro"/>
              <a:cs typeface="Arial" panose="020B0604020202020204" pitchFamily="34" charset="0"/>
              <a:sym typeface="Codec Pro"/>
            </a:endParaRPr>
          </a:p>
        </p:txBody>
      </p:sp>
    </p:spTree>
    <p:extLst>
      <p:ext uri="{BB962C8B-B14F-4D97-AF65-F5344CB8AC3E}">
        <p14:creationId xmlns:p14="http://schemas.microsoft.com/office/powerpoint/2010/main" val="6748759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4EE862-EB0B-94A2-9698-536912E29F01}"/>
            </a:ext>
          </a:extLst>
        </p:cNvPr>
        <p:cNvGrpSpPr/>
        <p:nvPr/>
      </p:nvGrpSpPr>
      <p:grpSpPr>
        <a:xfrm>
          <a:off x="0" y="0"/>
          <a:ext cx="0" cy="0"/>
          <a:chOff x="0" y="0"/>
          <a:chExt cx="0" cy="0"/>
        </a:xfrm>
      </p:grpSpPr>
      <p:sp>
        <p:nvSpPr>
          <p:cNvPr id="23" name="Rectángulo 22">
            <a:extLst>
              <a:ext uri="{FF2B5EF4-FFF2-40B4-BE49-F238E27FC236}">
                <a16:creationId xmlns:a16="http://schemas.microsoft.com/office/drawing/2014/main" id="{DF09D05B-2205-414D-BE2B-1FF49046B7E1}"/>
              </a:ext>
            </a:extLst>
          </p:cNvPr>
          <p:cNvSpPr/>
          <p:nvPr/>
        </p:nvSpPr>
        <p:spPr>
          <a:xfrm>
            <a:off x="0" y="-3921"/>
            <a:ext cx="18288000" cy="1700412"/>
          </a:xfrm>
          <a:prstGeom prst="rect">
            <a:avLst/>
          </a:prstGeom>
          <a:gradFill flip="none" rotWithShape="1">
            <a:gsLst>
              <a:gs pos="0">
                <a:srgbClr val="445240"/>
              </a:gs>
              <a:gs pos="88000">
                <a:srgbClr val="445240">
                  <a:alpha val="17000"/>
                </a:srgbClr>
              </a:gs>
              <a:gs pos="54000">
                <a:srgbClr val="445240">
                  <a:alpha val="64000"/>
                </a:srgbClr>
              </a:gs>
              <a:gs pos="74000">
                <a:srgbClr val="445240">
                  <a:alpha val="49000"/>
                </a:srgbClr>
              </a:gs>
              <a:gs pos="100000">
                <a:srgbClr val="445240">
                  <a:alpha val="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 name="Picture 12" descr="A green number with a white background&#10;&#10;Description automatically generated">
            <a:extLst>
              <a:ext uri="{FF2B5EF4-FFF2-40B4-BE49-F238E27FC236}">
                <a16:creationId xmlns:a16="http://schemas.microsoft.com/office/drawing/2014/main" id="{D82C4276-E7F2-ACCD-461D-7F05892611F4}"/>
              </a:ext>
            </a:extLst>
          </p:cNvPr>
          <p:cNvPicPr>
            <a:picLocks noChangeAspect="1"/>
          </p:cNvPicPr>
          <p:nvPr/>
        </p:nvPicPr>
        <p:blipFill>
          <a:blip r:embed="rId3" cstate="print">
            <a:biLevel thresh="25000"/>
            <a:extLst>
              <a:ext uri="{BEBA8EAE-BF5A-486C-A8C5-ECC9F3942E4B}">
                <a14:imgProps xmlns:a14="http://schemas.microsoft.com/office/drawing/2010/main">
                  <a14:imgLayer r:embed="rId4">
                    <a14:imgEffect>
                      <a14:backgroundRemoval t="14524" b="87143" l="1586" r="97260">
                        <a14:foregroundMark x1="16078" y1="39286" x2="16078" y2="39286"/>
                        <a14:foregroundMark x1="6849" y1="41905" x2="6849" y2="41905"/>
                        <a14:foregroundMark x1="50180" y1="55238" x2="50180" y2="55238"/>
                        <a14:foregroundMark x1="30209" y1="87143" x2="30209" y2="87143"/>
                        <a14:foregroundMark x1="60923" y1="54762" x2="60923" y2="54762"/>
                        <a14:foregroundMark x1="72675" y1="57857" x2="72675" y2="57857"/>
                        <a14:foregroundMark x1="89257" y1="44048" x2="89257" y2="44048"/>
                        <a14:foregroundMark x1="97404" y1="31667" x2="97404" y2="31667"/>
                        <a14:foregroundMark x1="5479" y1="62381" x2="5479" y2="62381"/>
                        <a14:foregroundMark x1="1586" y1="84762" x2="1586" y2="84762"/>
                      </a14:backgroundRemoval>
                    </a14:imgEffect>
                    <a14:imgEffect>
                      <a14:artisticTexturizer/>
                    </a14:imgEffect>
                    <a14:imgEffect>
                      <a14:saturation sat="33000"/>
                    </a14:imgEffect>
                  </a14:imgLayer>
                </a14:imgProps>
              </a:ext>
              <a:ext uri="{28A0092B-C50C-407E-A947-70E740481C1C}">
                <a14:useLocalDpi xmlns:a14="http://schemas.microsoft.com/office/drawing/2010/main" val="0"/>
              </a:ext>
            </a:extLst>
          </a:blip>
          <a:srcRect l="486" t="6154" r="583" b="7919"/>
          <a:stretch>
            <a:fillRect/>
          </a:stretch>
        </p:blipFill>
        <p:spPr>
          <a:xfrm>
            <a:off x="14206789" y="159703"/>
            <a:ext cx="3738723" cy="983295"/>
          </a:xfrm>
          <a:prstGeom prst="rect">
            <a:avLst/>
          </a:prstGeom>
        </p:spPr>
      </p:pic>
      <p:sp>
        <p:nvSpPr>
          <p:cNvPr id="3" name="CuadroTexto 2">
            <a:extLst>
              <a:ext uri="{FF2B5EF4-FFF2-40B4-BE49-F238E27FC236}">
                <a16:creationId xmlns:a16="http://schemas.microsoft.com/office/drawing/2014/main" id="{6B81842E-D127-4DDD-2015-8C49421C7CF0}"/>
              </a:ext>
            </a:extLst>
          </p:cNvPr>
          <p:cNvSpPr txBox="1"/>
          <p:nvPr/>
        </p:nvSpPr>
        <p:spPr>
          <a:xfrm>
            <a:off x="420857" y="117133"/>
            <a:ext cx="10628143" cy="1323439"/>
          </a:xfrm>
          <a:prstGeom prst="rect">
            <a:avLst/>
          </a:prstGeom>
          <a:noFill/>
        </p:spPr>
        <p:txBody>
          <a:bodyPr wrap="square" rtlCol="0">
            <a:spAutoFit/>
          </a:bodyPr>
          <a:lstStyle/>
          <a:p>
            <a:pPr algn="ctr"/>
            <a:r>
              <a:rPr lang="fr-FR" sz="8000" dirty="0">
                <a:solidFill>
                  <a:schemeClr val="bg1"/>
                </a:solidFill>
                <a:latin typeface="Amasis MT Pro" panose="02040504050005020304" pitchFamily="18" charset="0"/>
                <a:cs typeface="Arial" panose="020B0604020202020204" pitchFamily="34" charset="0"/>
              </a:rPr>
              <a:t>Our Team</a:t>
            </a:r>
            <a:endParaRPr lang="fr-FR" sz="7200" dirty="0">
              <a:solidFill>
                <a:schemeClr val="bg1"/>
              </a:solidFill>
              <a:latin typeface="Arial" panose="020B0604020202020204" pitchFamily="34" charset="0"/>
              <a:cs typeface="Arial" panose="020B0604020202020204" pitchFamily="34" charset="0"/>
            </a:endParaRPr>
          </a:p>
        </p:txBody>
      </p:sp>
      <p:sp>
        <p:nvSpPr>
          <p:cNvPr id="6" name="CuadroTexto 16">
            <a:extLst>
              <a:ext uri="{FF2B5EF4-FFF2-40B4-BE49-F238E27FC236}">
                <a16:creationId xmlns:a16="http://schemas.microsoft.com/office/drawing/2014/main" id="{0F639AEE-24FC-CB02-BC35-4E78F51260E6}"/>
              </a:ext>
            </a:extLst>
          </p:cNvPr>
          <p:cNvSpPr txBox="1"/>
          <p:nvPr/>
        </p:nvSpPr>
        <p:spPr>
          <a:xfrm>
            <a:off x="1254024" y="1897606"/>
            <a:ext cx="3902030" cy="584775"/>
          </a:xfrm>
          <a:prstGeom prst="rect">
            <a:avLst/>
          </a:prstGeom>
          <a:noFill/>
        </p:spPr>
        <p:txBody>
          <a:bodyPr wrap="none" rtlCol="0">
            <a:spAutoFit/>
          </a:bodyPr>
          <a:lstStyle/>
          <a:p>
            <a:r>
              <a:rPr lang="fr-FR" sz="3200" dirty="0">
                <a:solidFill>
                  <a:srgbClr val="8FC2D4"/>
                </a:solidFill>
                <a:latin typeface="Amasis MT Pro Black" panose="02040A04050005020304" pitchFamily="18" charset="0"/>
              </a:rPr>
              <a:t>Catalina Suescun </a:t>
            </a:r>
            <a:endParaRPr lang="fr-FR" sz="2400" dirty="0">
              <a:solidFill>
                <a:srgbClr val="8FC2D4"/>
              </a:solidFill>
              <a:latin typeface="Amasis MT Pro Black" panose="02040A04050005020304" pitchFamily="18" charset="0"/>
            </a:endParaRPr>
          </a:p>
        </p:txBody>
      </p:sp>
      <p:sp>
        <p:nvSpPr>
          <p:cNvPr id="7" name="CuadroTexto 16">
            <a:extLst>
              <a:ext uri="{FF2B5EF4-FFF2-40B4-BE49-F238E27FC236}">
                <a16:creationId xmlns:a16="http://schemas.microsoft.com/office/drawing/2014/main" id="{BE5B499B-372F-CB46-8A69-65315CCA8D0E}"/>
              </a:ext>
            </a:extLst>
          </p:cNvPr>
          <p:cNvSpPr txBox="1"/>
          <p:nvPr/>
        </p:nvSpPr>
        <p:spPr>
          <a:xfrm>
            <a:off x="1335959" y="5851399"/>
            <a:ext cx="3204467" cy="584775"/>
          </a:xfrm>
          <a:prstGeom prst="rect">
            <a:avLst/>
          </a:prstGeom>
          <a:noFill/>
        </p:spPr>
        <p:txBody>
          <a:bodyPr wrap="none" rtlCol="0">
            <a:spAutoFit/>
          </a:bodyPr>
          <a:lstStyle/>
          <a:p>
            <a:r>
              <a:rPr lang="fr-FR" sz="3200">
                <a:solidFill>
                  <a:srgbClr val="C08BBD"/>
                </a:solidFill>
                <a:latin typeface="Amasis MT Pro Black" panose="02040A04050005020304" pitchFamily="18" charset="0"/>
              </a:rPr>
              <a:t>Paola Vazquez</a:t>
            </a:r>
            <a:endParaRPr lang="fr-FR" sz="2400">
              <a:solidFill>
                <a:srgbClr val="C08BBD"/>
              </a:solidFill>
              <a:latin typeface="Amasis MT Pro Black" panose="02040A04050005020304" pitchFamily="18" charset="0"/>
            </a:endParaRPr>
          </a:p>
        </p:txBody>
      </p:sp>
      <p:sp>
        <p:nvSpPr>
          <p:cNvPr id="8" name="CuadroTexto 16">
            <a:extLst>
              <a:ext uri="{FF2B5EF4-FFF2-40B4-BE49-F238E27FC236}">
                <a16:creationId xmlns:a16="http://schemas.microsoft.com/office/drawing/2014/main" id="{3EC3734D-1413-452B-7C86-50A9B5FD9335}"/>
              </a:ext>
            </a:extLst>
          </p:cNvPr>
          <p:cNvSpPr txBox="1"/>
          <p:nvPr/>
        </p:nvSpPr>
        <p:spPr>
          <a:xfrm>
            <a:off x="13673121" y="1832296"/>
            <a:ext cx="3581430" cy="584775"/>
          </a:xfrm>
          <a:prstGeom prst="rect">
            <a:avLst/>
          </a:prstGeom>
          <a:noFill/>
        </p:spPr>
        <p:txBody>
          <a:bodyPr wrap="none" rtlCol="0">
            <a:spAutoFit/>
          </a:bodyPr>
          <a:lstStyle/>
          <a:p>
            <a:r>
              <a:rPr lang="fr-FR" sz="3200" dirty="0">
                <a:solidFill>
                  <a:srgbClr val="609F57"/>
                </a:solidFill>
                <a:latin typeface="Amasis MT Pro Black" panose="02040A04050005020304" pitchFamily="18" charset="0"/>
              </a:rPr>
              <a:t>Cristian Caceres</a:t>
            </a:r>
            <a:endParaRPr lang="fr-FR" sz="2400" dirty="0">
              <a:solidFill>
                <a:srgbClr val="609F57"/>
              </a:solidFill>
              <a:latin typeface="Amasis MT Pro Black" panose="02040A04050005020304" pitchFamily="18" charset="0"/>
            </a:endParaRPr>
          </a:p>
        </p:txBody>
      </p:sp>
      <p:pic>
        <p:nvPicPr>
          <p:cNvPr id="11" name="Picture 10">
            <a:extLst>
              <a:ext uri="{FF2B5EF4-FFF2-40B4-BE49-F238E27FC236}">
                <a16:creationId xmlns:a16="http://schemas.microsoft.com/office/drawing/2014/main" id="{C39E8140-079D-3833-EEDC-CDD3F9EFFE73}"/>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38184" b="85645" l="8465" r="84446">
                        <a14:foregroundMark x1="21473" y1="42529" x2="21473" y2="42529"/>
                        <a14:foregroundMark x1="23193" y1="48730" x2="23193" y2="48730"/>
                        <a14:foregroundMark x1="27736" y1="44580" x2="27736" y2="44580"/>
                        <a14:foregroundMark x1="22987" y1="48047" x2="22987" y2="48047"/>
                        <a14:foregroundMark x1="21060" y1="40723" x2="21060" y2="40723"/>
                        <a14:foregroundMark x1="16793" y1="44092" x2="16793" y2="44092"/>
                        <a14:foregroundMark x1="16105" y1="72461" x2="15829" y2="61719"/>
                        <a14:foregroundMark x1="15829" y1="61719" x2="11562" y2="53467"/>
                        <a14:foregroundMark x1="11562" y1="53467" x2="19615" y2="41943"/>
                        <a14:foregroundMark x1="19615" y1="41943" x2="20372" y2="41455"/>
                        <a14:foregroundMark x1="22299" y1="40039" x2="22299" y2="40039"/>
                        <a14:foregroundMark x1="20096" y1="58789" x2="22987" y2="46240"/>
                        <a14:foregroundMark x1="22987" y1="46240" x2="22987" y2="46240"/>
                        <a14:foregroundMark x1="16380" y1="79492" x2="17206" y2="81543"/>
                        <a14:foregroundMark x1="39573" y1="84229" x2="36339" y2="79736"/>
                        <a14:foregroundMark x1="36339" y1="79736" x2="37646" y2="74805"/>
                        <a14:foregroundMark x1="37646" y1="74805" x2="44666" y2="75635"/>
                        <a14:foregroundMark x1="30351" y1="61621" x2="32966" y2="57910"/>
                        <a14:foregroundMark x1="32966" y1="57910" x2="37027" y2="55273"/>
                        <a14:foregroundMark x1="37027" y1="55273" x2="37440" y2="55322"/>
                        <a14:foregroundMark x1="76669" y1="79297" x2="81831" y2="47803"/>
                        <a14:foregroundMark x1="81831" y1="47803" x2="83620" y2="57080"/>
                        <a14:foregroundMark x1="83620" y1="57080" x2="72195" y2="75098"/>
                        <a14:foregroundMark x1="72195" y1="75098" x2="74191" y2="44482"/>
                        <a14:foregroundMark x1="74191" y1="44482" x2="72195" y2="40625"/>
                        <a14:foregroundMark x1="72195" y1="40625" x2="72195" y2="40625"/>
                        <a14:foregroundMark x1="70681" y1="48438" x2="70681" y2="48438"/>
                        <a14:foregroundMark x1="73434" y1="51172" x2="70888" y2="45654"/>
                        <a14:foregroundMark x1="70888" y1="45654" x2="62904" y2="44189"/>
                        <a14:foregroundMark x1="77495" y1="42432" x2="81280" y2="45068"/>
                        <a14:foregroundMark x1="81280" y1="45068" x2="84446" y2="49121"/>
                        <a14:foregroundMark x1="74673" y1="38672" x2="70406" y2="38281"/>
                        <a14:foregroundMark x1="34136" y1="84521" x2="39573" y2="85693"/>
                        <a14:foregroundMark x1="39573" y1="85693" x2="39711" y2="85693"/>
                        <a14:foregroundMark x1="24708" y1="84521" x2="24157" y2="82129"/>
                        <a14:foregroundMark x1="22299" y1="40234" x2="24570" y2="41748"/>
                        <a14:foregroundMark x1="22712" y1="40234" x2="24019" y2="41211"/>
                        <a14:foregroundMark x1="83001" y1="45947" x2="83001" y2="45947"/>
                        <a14:foregroundMark x1="82312" y1="44775" x2="82312" y2="44775"/>
                        <a14:foregroundMark x1="23469" y1="40625" x2="23469" y2="40625"/>
                        <a14:foregroundMark x1="23606" y1="40332" x2="23606" y2="40332"/>
                        <a14:foregroundMark x1="24019" y1="40820" x2="24019" y2="40820"/>
                        <a14:foregroundMark x1="8465" y1="56201" x2="8465" y2="56201"/>
                        <a14:foregroundMark x1="22574" y1="55811" x2="22574" y2="55811"/>
                        <a14:foregroundMark x1="23469" y1="59375" x2="23606" y2="56885"/>
                        <a14:foregroundMark x1="24708" y1="59082" x2="24432" y2="52197"/>
                        <a14:foregroundMark x1="70681" y1="77295" x2="70681" y2="77295"/>
                        <a14:foregroundMark x1="73159" y1="76025" x2="70681" y2="76807"/>
                        <a14:foregroundMark x1="75774" y1="80566" x2="74811" y2="79883"/>
                        <a14:foregroundMark x1="71232" y1="75928" x2="71232" y2="77490"/>
                        <a14:foregroundMark x1="76394" y1="80762" x2="74673" y2="79590"/>
                        <a14:foregroundMark x1="68479" y1="77686" x2="68479" y2="77686"/>
                        <a14:foregroundMark x1="74811" y1="80371" x2="74811" y2="80371"/>
                        <a14:foregroundMark x1="68479" y1="77979" x2="68479" y2="77979"/>
                        <a14:foregroundMark x1="67860" y1="77393" x2="67860" y2="77393"/>
                        <a14:foregroundMark x1="66483" y1="76514" x2="66483" y2="76514"/>
                        <a14:foregroundMark x1="66345" y1="76904" x2="66345" y2="76904"/>
                        <a14:foregroundMark x1="65520" y1="76807" x2="65520" y2="76807"/>
                        <a14:foregroundMark x1="70681" y1="78223" x2="70681" y2="78223"/>
                        <a14:foregroundMark x1="69580" y1="78223" x2="69580" y2="78223"/>
                        <a14:foregroundMark x1="71163" y1="78223" x2="71163" y2="78223"/>
                        <a14:foregroundMark x1="69855" y1="78223" x2="69855" y2="78223"/>
                        <a14:foregroundMark x1="68754" y1="78320" x2="68754" y2="78320"/>
                        <a14:foregroundMark x1="71645" y1="77881" x2="71645" y2="77881"/>
                        <a14:foregroundMark x1="71989" y1="77686" x2="71989" y2="77686"/>
                        <a14:foregroundMark x1="72815" y1="77295" x2="72815" y2="77295"/>
                        <a14:foregroundMark x1="73847" y1="77148" x2="73847" y2="77148"/>
                        <a14:foregroundMark x1="76875" y1="80713" x2="76875" y2="80713"/>
                        <a14:foregroundMark x1="77426" y1="80615" x2="77426" y2="80615"/>
                        <a14:foregroundMark x1="77908" y1="78125" x2="77908" y2="78125"/>
                        <a14:foregroundMark x1="77977" y1="78516" x2="77977" y2="78516"/>
                        <a14:foregroundMark x1="77288" y1="80664" x2="77288" y2="80664"/>
                        <a14:foregroundMark x1="76944" y1="80811" x2="76944" y2="80811"/>
                        <a14:foregroundMark x1="77288" y1="80664" x2="77288" y2="80664"/>
                        <a14:foregroundMark x1="77495" y1="80469" x2="77495" y2="80469"/>
                        <a14:foregroundMark x1="77632" y1="80469" x2="77632" y2="80469"/>
                        <a14:foregroundMark x1="77839" y1="80322" x2="77839" y2="80322"/>
                        <a14:foregroundMark x1="77977" y1="80176" x2="77977" y2="80176"/>
                        <a14:foregroundMark x1="78114" y1="79785" x2="78114" y2="79785"/>
                        <a14:foregroundMark x1="74535" y1="78369" x2="74535" y2="78369"/>
                        <a14:foregroundMark x1="74398" y1="77979" x2="74398" y2="77979"/>
                        <a14:backgroundMark x1="18720" y1="69434" x2="18720" y2="69434"/>
                        <a14:backgroundMark x1="18720" y1="68164" x2="18858" y2="68945"/>
                        <a14:backgroundMark x1="18858" y1="69824" x2="19270" y2="68555"/>
                        <a14:backgroundMark x1="17619" y1="71973" x2="19133" y2="67334"/>
                        <a14:backgroundMark x1="20096" y1="76025" x2="22574" y2="72949"/>
                        <a14:backgroundMark x1="26084" y1="49902" x2="26497" y2="60645"/>
                        <a14:backgroundMark x1="25258" y1="61719" x2="24983" y2="60059"/>
                        <a14:backgroundMark x1="24845" y1="61328" x2="25946" y2="62207"/>
                        <a14:backgroundMark x1="12044" y1="70898" x2="11769" y2="66162"/>
                        <a14:backgroundMark x1="10530" y1="46436" x2="11769" y2="44189"/>
                        <a14:backgroundMark x1="68273" y1="75342" x2="68273" y2="75342"/>
                        <a14:backgroundMark x1="67997" y1="55811" x2="67997" y2="55811"/>
                        <a14:backgroundMark x1="67584" y1="56787" x2="67722" y2="54639"/>
                        <a14:backgroundMark x1="67584" y1="51758" x2="67722" y2="60742"/>
                        <a14:backgroundMark x1="85960" y1="50000" x2="86511" y2="51953"/>
                        <a14:backgroundMark x1="11631" y1="41455" x2="32622" y2="37207"/>
                        <a14:backgroundMark x1="7295" y1="56689" x2="7295" y2="56689"/>
                        <a14:backgroundMark x1="8121" y1="56592" x2="8121" y2="56592"/>
                        <a14:backgroundMark x1="8396" y1="56982" x2="8396" y2="56982"/>
                      </a14:backgroundRemoval>
                    </a14:imgEffect>
                  </a14:imgLayer>
                </a14:imgProps>
              </a:ext>
              <a:ext uri="{28A0092B-C50C-407E-A947-70E740481C1C}">
                <a14:useLocalDpi xmlns:a14="http://schemas.microsoft.com/office/drawing/2010/main" val="0"/>
              </a:ext>
            </a:extLst>
          </a:blip>
          <a:srcRect l="7193" t="36472" r="10587" b="11753"/>
          <a:stretch>
            <a:fillRect/>
          </a:stretch>
        </p:blipFill>
        <p:spPr>
          <a:xfrm>
            <a:off x="5524646" y="2053407"/>
            <a:ext cx="8001144" cy="7101636"/>
          </a:xfrm>
          <a:prstGeom prst="rect">
            <a:avLst/>
          </a:prstGeom>
        </p:spPr>
      </p:pic>
      <p:sp>
        <p:nvSpPr>
          <p:cNvPr id="4" name="TextBox 21">
            <a:extLst>
              <a:ext uri="{FF2B5EF4-FFF2-40B4-BE49-F238E27FC236}">
                <a16:creationId xmlns:a16="http://schemas.microsoft.com/office/drawing/2014/main" id="{0AB4AD06-0D9A-FAF5-996E-94E4886A34EC}"/>
              </a:ext>
            </a:extLst>
          </p:cNvPr>
          <p:cNvSpPr txBox="1"/>
          <p:nvPr/>
        </p:nvSpPr>
        <p:spPr>
          <a:xfrm>
            <a:off x="457011" y="2825285"/>
            <a:ext cx="5067635" cy="3231654"/>
          </a:xfrm>
          <a:prstGeom prst="rect">
            <a:avLst/>
          </a:prstGeom>
        </p:spPr>
        <p:txBody>
          <a:bodyPr wrap="square" lIns="0" tIns="0" rIns="0" bIns="0" rtlCol="0" anchor="t">
            <a:spAutoFit/>
          </a:bodyPr>
          <a:lstStyle/>
          <a:p>
            <a:pPr algn="just">
              <a:lnSpc>
                <a:spcPct val="150000"/>
              </a:lnSpc>
              <a:spcBef>
                <a:spcPct val="0"/>
              </a:spcBef>
            </a:pPr>
            <a:r>
              <a:rPr lang="en-US" sz="2400" b="1" dirty="0">
                <a:solidFill>
                  <a:schemeClr val="accent3">
                    <a:lumMod val="50000"/>
                  </a:schemeClr>
                </a:solidFill>
                <a:latin typeface="Amasis MT Pro" panose="02040504050005020304" pitchFamily="18" charset="0"/>
                <a:ea typeface="Codec Pro"/>
                <a:cs typeface="Times New Roman" panose="02020603050405020304" pitchFamily="18" charset="0"/>
                <a:sym typeface="Codec Pro"/>
              </a:rPr>
              <a:t>Field</a:t>
            </a:r>
            <a:r>
              <a:rPr lang="en-US" sz="2400" dirty="0">
                <a:solidFill>
                  <a:schemeClr val="accent3">
                    <a:lumMod val="50000"/>
                  </a:schemeClr>
                </a:solidFill>
                <a:latin typeface="Amasis MT Pro" panose="02040504050005020304" pitchFamily="18" charset="0"/>
                <a:ea typeface="Codec Pro"/>
                <a:cs typeface="Times New Roman" panose="02020603050405020304" pitchFamily="18" charset="0"/>
                <a:sym typeface="Codec Pro"/>
              </a:rPr>
              <a:t>: </a:t>
            </a:r>
            <a:r>
              <a:rPr lang="fr-FR" sz="2400" dirty="0">
                <a:solidFill>
                  <a:schemeClr val="accent3">
                    <a:lumMod val="50000"/>
                  </a:schemeClr>
                </a:solidFill>
                <a:latin typeface="Amasis MT Pro" panose="02040504050005020304" pitchFamily="18" charset="0"/>
                <a:ea typeface="Codec Pro"/>
                <a:cs typeface="Times New Roman" panose="02020603050405020304" pitchFamily="18" charset="0"/>
                <a:sym typeface="Codec Pro"/>
              </a:rPr>
              <a:t>Open-source additive </a:t>
            </a:r>
            <a:r>
              <a:rPr lang="fr-FR" sz="2400" dirty="0" err="1">
                <a:solidFill>
                  <a:schemeClr val="accent3">
                    <a:lumMod val="50000"/>
                  </a:schemeClr>
                </a:solidFill>
                <a:latin typeface="Amasis MT Pro" panose="02040504050005020304" pitchFamily="18" charset="0"/>
                <a:ea typeface="Codec Pro"/>
                <a:cs typeface="Times New Roman" panose="02020603050405020304" pitchFamily="18" charset="0"/>
                <a:sym typeface="Codec Pro"/>
              </a:rPr>
              <a:t>manufacturing</a:t>
            </a:r>
            <a:r>
              <a:rPr lang="fr-FR" sz="2400" dirty="0">
                <a:solidFill>
                  <a:schemeClr val="accent3">
                    <a:lumMod val="50000"/>
                  </a:schemeClr>
                </a:solidFill>
                <a:latin typeface="Amasis MT Pro" panose="02040504050005020304" pitchFamily="18" charset="0"/>
                <a:ea typeface="Codec Pro"/>
                <a:cs typeface="Times New Roman" panose="02020603050405020304" pitchFamily="18" charset="0"/>
                <a:sym typeface="Codec Pro"/>
              </a:rPr>
              <a:t> for local </a:t>
            </a:r>
            <a:r>
              <a:rPr lang="fr-FR" sz="2400" dirty="0" err="1">
                <a:solidFill>
                  <a:schemeClr val="accent3">
                    <a:lumMod val="50000"/>
                  </a:schemeClr>
                </a:solidFill>
                <a:latin typeface="Amasis MT Pro" panose="02040504050005020304" pitchFamily="18" charset="0"/>
                <a:ea typeface="Codec Pro"/>
                <a:cs typeface="Times New Roman" panose="02020603050405020304" pitchFamily="18" charset="0"/>
                <a:sym typeface="Codec Pro"/>
              </a:rPr>
              <a:t>recycling</a:t>
            </a:r>
            <a:r>
              <a:rPr lang="fr-FR" sz="2400" dirty="0">
                <a:solidFill>
                  <a:schemeClr val="accent3">
                    <a:lumMod val="50000"/>
                  </a:schemeClr>
                </a:solidFill>
                <a:latin typeface="Amasis MT Pro" panose="02040504050005020304" pitchFamily="18" charset="0"/>
                <a:ea typeface="Codec Pro"/>
                <a:cs typeface="Times New Roman" panose="02020603050405020304" pitchFamily="18" charset="0"/>
                <a:sym typeface="Codec Pro"/>
              </a:rPr>
              <a:t> of multi-</a:t>
            </a:r>
            <a:r>
              <a:rPr lang="fr-FR" sz="2400" dirty="0" err="1">
                <a:solidFill>
                  <a:schemeClr val="accent3">
                    <a:lumMod val="50000"/>
                  </a:schemeClr>
                </a:solidFill>
                <a:latin typeface="Amasis MT Pro" panose="02040504050005020304" pitchFamily="18" charset="0"/>
                <a:ea typeface="Codec Pro"/>
                <a:cs typeface="Times New Roman" panose="02020603050405020304" pitchFamily="18" charset="0"/>
                <a:sym typeface="Codec Pro"/>
              </a:rPr>
              <a:t>material</a:t>
            </a:r>
            <a:r>
              <a:rPr lang="fr-FR" sz="2400" dirty="0">
                <a:solidFill>
                  <a:schemeClr val="accent3">
                    <a:lumMod val="50000"/>
                  </a:schemeClr>
                </a:solidFill>
                <a:latin typeface="Amasis MT Pro" panose="02040504050005020304" pitchFamily="18" charset="0"/>
                <a:ea typeface="Codec Pro"/>
                <a:cs typeface="Times New Roman" panose="02020603050405020304" pitchFamily="18" charset="0"/>
                <a:sym typeface="Codec Pro"/>
              </a:rPr>
              <a:t> plastics.</a:t>
            </a:r>
          </a:p>
          <a:p>
            <a:pPr algn="just">
              <a:lnSpc>
                <a:spcPct val="150000"/>
              </a:lnSpc>
              <a:spcBef>
                <a:spcPct val="0"/>
              </a:spcBef>
            </a:pPr>
            <a:r>
              <a:rPr lang="fr-FR" sz="2400" b="1" dirty="0" err="1">
                <a:solidFill>
                  <a:schemeClr val="accent3">
                    <a:lumMod val="50000"/>
                  </a:schemeClr>
                </a:solidFill>
                <a:latin typeface="Amasis MT Pro" panose="02040504050005020304" pitchFamily="18" charset="0"/>
                <a:ea typeface="Codec Pro"/>
                <a:cs typeface="Times New Roman" panose="02020603050405020304" pitchFamily="18" charset="0"/>
                <a:sym typeface="Codec Pro"/>
              </a:rPr>
              <a:t>Role</a:t>
            </a:r>
            <a:r>
              <a:rPr lang="fr-FR" sz="2400" b="1" dirty="0">
                <a:solidFill>
                  <a:schemeClr val="accent3">
                    <a:lumMod val="50000"/>
                  </a:schemeClr>
                </a:solidFill>
                <a:latin typeface="Amasis MT Pro" panose="02040504050005020304" pitchFamily="18" charset="0"/>
                <a:ea typeface="Codec Pro"/>
                <a:cs typeface="Times New Roman" panose="02020603050405020304" pitchFamily="18" charset="0"/>
                <a:sym typeface="Codec Pro"/>
              </a:rPr>
              <a:t>: CTO, Technical </a:t>
            </a:r>
            <a:r>
              <a:rPr lang="fr-FR" sz="2400" b="1" dirty="0" err="1">
                <a:solidFill>
                  <a:schemeClr val="accent3">
                    <a:lumMod val="50000"/>
                  </a:schemeClr>
                </a:solidFill>
                <a:latin typeface="Amasis MT Pro" panose="02040504050005020304" pitchFamily="18" charset="0"/>
                <a:ea typeface="Codec Pro"/>
                <a:cs typeface="Times New Roman" panose="02020603050405020304" pitchFamily="18" charset="0"/>
                <a:sym typeface="Codec Pro"/>
              </a:rPr>
              <a:t>development</a:t>
            </a:r>
            <a:r>
              <a:rPr lang="fr-FR" sz="2400" b="1" dirty="0">
                <a:solidFill>
                  <a:schemeClr val="accent3">
                    <a:lumMod val="50000"/>
                  </a:schemeClr>
                </a:solidFill>
                <a:latin typeface="Amasis MT Pro" panose="02040504050005020304" pitchFamily="18" charset="0"/>
                <a:ea typeface="Codec Pro"/>
                <a:cs typeface="Times New Roman" panose="02020603050405020304" pitchFamily="18" charset="0"/>
                <a:sym typeface="Codec Pro"/>
              </a:rPr>
              <a:t> and </a:t>
            </a:r>
            <a:r>
              <a:rPr lang="fr-FR" sz="2400" b="1" dirty="0" err="1">
                <a:solidFill>
                  <a:schemeClr val="accent3">
                    <a:lumMod val="50000"/>
                  </a:schemeClr>
                </a:solidFill>
                <a:latin typeface="Amasis MT Pro" panose="02040504050005020304" pitchFamily="18" charset="0"/>
                <a:ea typeface="Codec Pro"/>
                <a:cs typeface="Times New Roman" panose="02020603050405020304" pitchFamily="18" charset="0"/>
                <a:sym typeface="Codec Pro"/>
              </a:rPr>
              <a:t>materials</a:t>
            </a:r>
            <a:endParaRPr lang="fr-FR" sz="2400" b="1" dirty="0">
              <a:solidFill>
                <a:schemeClr val="accent3">
                  <a:lumMod val="50000"/>
                </a:schemeClr>
              </a:solidFill>
              <a:latin typeface="Amasis MT Pro" panose="02040504050005020304" pitchFamily="18" charset="0"/>
              <a:ea typeface="Codec Pro"/>
              <a:cs typeface="Times New Roman" panose="02020603050405020304" pitchFamily="18" charset="0"/>
              <a:sym typeface="Codec Pro"/>
            </a:endParaRPr>
          </a:p>
          <a:p>
            <a:pPr>
              <a:lnSpc>
                <a:spcPts val="3639"/>
              </a:lnSpc>
              <a:spcBef>
                <a:spcPct val="0"/>
              </a:spcBef>
            </a:pPr>
            <a:endParaRPr lang="en-US" sz="3200" dirty="0">
              <a:solidFill>
                <a:schemeClr val="accent3">
                  <a:lumMod val="50000"/>
                </a:schemeClr>
              </a:solidFill>
              <a:latin typeface="Amasis MT Pro" panose="02040504050005020304" pitchFamily="18" charset="0"/>
              <a:ea typeface="Codec Pro"/>
              <a:cs typeface="Times New Roman" panose="02020603050405020304" pitchFamily="18" charset="0"/>
              <a:sym typeface="Codec Pro"/>
            </a:endParaRPr>
          </a:p>
        </p:txBody>
      </p:sp>
      <p:sp>
        <p:nvSpPr>
          <p:cNvPr id="14" name="CuadroTexto 13">
            <a:extLst>
              <a:ext uri="{FF2B5EF4-FFF2-40B4-BE49-F238E27FC236}">
                <a16:creationId xmlns:a16="http://schemas.microsoft.com/office/drawing/2014/main" id="{72593728-2EFE-39E3-AE31-61884ED90C8F}"/>
              </a:ext>
            </a:extLst>
          </p:cNvPr>
          <p:cNvSpPr txBox="1"/>
          <p:nvPr/>
        </p:nvSpPr>
        <p:spPr>
          <a:xfrm>
            <a:off x="830424" y="2384230"/>
            <a:ext cx="4509927" cy="459100"/>
          </a:xfrm>
          <a:prstGeom prst="rect">
            <a:avLst/>
          </a:prstGeom>
          <a:noFill/>
        </p:spPr>
        <p:txBody>
          <a:bodyPr wrap="square">
            <a:spAutoFit/>
          </a:bodyPr>
          <a:lstStyle/>
          <a:p>
            <a:pPr>
              <a:lnSpc>
                <a:spcPct val="150000"/>
              </a:lnSpc>
              <a:spcBef>
                <a:spcPct val="0"/>
              </a:spcBef>
            </a:pPr>
            <a:r>
              <a:rPr lang="en-US" b="1" dirty="0">
                <a:solidFill>
                  <a:srgbClr val="445240"/>
                </a:solidFill>
                <a:latin typeface="Amasis MT Pro" panose="02040504050005020304" pitchFamily="18" charset="0"/>
                <a:ea typeface="Codec Pro"/>
                <a:cs typeface="Times New Roman" panose="02020603050405020304" pitchFamily="18" charset="0"/>
                <a:sym typeface="Codec Pro"/>
              </a:rPr>
              <a:t>Ph.D. in Mechanics and Materials</a:t>
            </a:r>
          </a:p>
        </p:txBody>
      </p:sp>
      <p:sp>
        <p:nvSpPr>
          <p:cNvPr id="15" name="TextBox 21">
            <a:extLst>
              <a:ext uri="{FF2B5EF4-FFF2-40B4-BE49-F238E27FC236}">
                <a16:creationId xmlns:a16="http://schemas.microsoft.com/office/drawing/2014/main" id="{9B7D13C8-35A5-F5B6-82B1-E3351E24919A}"/>
              </a:ext>
            </a:extLst>
          </p:cNvPr>
          <p:cNvSpPr txBox="1"/>
          <p:nvPr/>
        </p:nvSpPr>
        <p:spPr>
          <a:xfrm>
            <a:off x="13349634" y="2903146"/>
            <a:ext cx="4677431" cy="3097451"/>
          </a:xfrm>
          <a:prstGeom prst="rect">
            <a:avLst/>
          </a:prstGeom>
        </p:spPr>
        <p:txBody>
          <a:bodyPr wrap="square" lIns="0" tIns="0" rIns="0" bIns="0" rtlCol="0" anchor="t">
            <a:spAutoFit/>
          </a:bodyPr>
          <a:lstStyle/>
          <a:p>
            <a:pPr algn="just">
              <a:lnSpc>
                <a:spcPct val="150000"/>
              </a:lnSpc>
              <a:spcBef>
                <a:spcPct val="0"/>
              </a:spcBef>
            </a:pPr>
            <a:r>
              <a:rPr lang="fr-FR" sz="2400" b="1" dirty="0">
                <a:solidFill>
                  <a:schemeClr val="accent3">
                    <a:lumMod val="50000"/>
                  </a:schemeClr>
                </a:solidFill>
                <a:latin typeface="Amasis MT Pro" panose="02040504050005020304" pitchFamily="18" charset="0"/>
                <a:ea typeface="Codec Pro"/>
                <a:cs typeface="Times New Roman" panose="02020603050405020304" pitchFamily="18" charset="0"/>
                <a:sym typeface="Codec Pro"/>
              </a:rPr>
              <a:t>Field:  </a:t>
            </a:r>
            <a:r>
              <a:rPr lang="fr-FR" sz="2400" dirty="0">
                <a:solidFill>
                  <a:schemeClr val="accent3">
                    <a:lumMod val="50000"/>
                  </a:schemeClr>
                </a:solidFill>
                <a:latin typeface="Amasis MT Pro" panose="02040504050005020304" pitchFamily="18" charset="0"/>
                <a:ea typeface="Codec Pro"/>
                <a:cs typeface="Times New Roman" panose="02020603050405020304" pitchFamily="18" charset="0"/>
                <a:sym typeface="Codec Pro"/>
              </a:rPr>
              <a:t>Waste management </a:t>
            </a:r>
            <a:r>
              <a:rPr lang="fr-FR" sz="2400" dirty="0" err="1">
                <a:solidFill>
                  <a:schemeClr val="accent3">
                    <a:lumMod val="50000"/>
                  </a:schemeClr>
                </a:solidFill>
                <a:latin typeface="Amasis MT Pro" panose="02040504050005020304" pitchFamily="18" charset="0"/>
                <a:ea typeface="Codec Pro"/>
                <a:cs typeface="Times New Roman" panose="02020603050405020304" pitchFamily="18" charset="0"/>
                <a:sym typeface="Codec Pro"/>
              </a:rPr>
              <a:t>systems</a:t>
            </a:r>
            <a:r>
              <a:rPr lang="fr-FR" sz="2400" dirty="0">
                <a:solidFill>
                  <a:schemeClr val="accent3">
                    <a:lumMod val="50000"/>
                  </a:schemeClr>
                </a:solidFill>
                <a:latin typeface="Amasis MT Pro" panose="02040504050005020304" pitchFamily="18" charset="0"/>
                <a:ea typeface="Codec Pro"/>
                <a:cs typeface="Times New Roman" panose="02020603050405020304" pitchFamily="18" charset="0"/>
                <a:sym typeface="Codec Pro"/>
              </a:rPr>
              <a:t> in France, </a:t>
            </a:r>
            <a:r>
              <a:rPr lang="fr-FR" sz="2400" dirty="0" err="1">
                <a:solidFill>
                  <a:schemeClr val="accent3">
                    <a:lumMod val="50000"/>
                  </a:schemeClr>
                </a:solidFill>
                <a:latin typeface="Amasis MT Pro" panose="02040504050005020304" pitchFamily="18" charset="0"/>
                <a:ea typeface="Codec Pro"/>
                <a:cs typeface="Times New Roman" panose="02020603050405020304" pitchFamily="18" charset="0"/>
                <a:sym typeface="Codec Pro"/>
              </a:rPr>
              <a:t>focused</a:t>
            </a:r>
            <a:r>
              <a:rPr lang="fr-FR" sz="2400" dirty="0">
                <a:solidFill>
                  <a:schemeClr val="accent3">
                    <a:lumMod val="50000"/>
                  </a:schemeClr>
                </a:solidFill>
                <a:latin typeface="Amasis MT Pro" panose="02040504050005020304" pitchFamily="18" charset="0"/>
                <a:ea typeface="Codec Pro"/>
                <a:cs typeface="Times New Roman" panose="02020603050405020304" pitchFamily="18" charset="0"/>
                <a:sym typeface="Codec Pro"/>
              </a:rPr>
              <a:t> on the identification and quantification of plastic packaging.</a:t>
            </a:r>
          </a:p>
          <a:p>
            <a:pPr algn="just">
              <a:lnSpc>
                <a:spcPts val="3639"/>
              </a:lnSpc>
              <a:spcBef>
                <a:spcPct val="0"/>
              </a:spcBef>
            </a:pPr>
            <a:r>
              <a:rPr lang="fr-FR" sz="2400" b="1" dirty="0" err="1">
                <a:solidFill>
                  <a:schemeClr val="accent3">
                    <a:lumMod val="50000"/>
                  </a:schemeClr>
                </a:solidFill>
                <a:latin typeface="Amasis MT Pro" panose="02040504050005020304" pitchFamily="18" charset="0"/>
                <a:ea typeface="Codec Pro"/>
                <a:cs typeface="Times New Roman" panose="02020603050405020304" pitchFamily="18" charset="0"/>
                <a:sym typeface="Codec Pro"/>
              </a:rPr>
              <a:t>Role</a:t>
            </a:r>
            <a:r>
              <a:rPr lang="fr-FR" sz="2400" b="1" dirty="0">
                <a:solidFill>
                  <a:schemeClr val="accent3">
                    <a:lumMod val="50000"/>
                  </a:schemeClr>
                </a:solidFill>
                <a:latin typeface="Amasis MT Pro" panose="02040504050005020304" pitchFamily="18" charset="0"/>
                <a:ea typeface="Codec Pro"/>
                <a:cs typeface="Times New Roman" panose="02020603050405020304" pitchFamily="18" charset="0"/>
                <a:sym typeface="Codec Pro"/>
              </a:rPr>
              <a:t>: CEO, Networking and </a:t>
            </a:r>
            <a:r>
              <a:rPr lang="fr-FR" sz="2400" b="1" dirty="0" err="1">
                <a:solidFill>
                  <a:schemeClr val="accent3">
                    <a:lumMod val="50000"/>
                  </a:schemeClr>
                </a:solidFill>
                <a:latin typeface="Amasis MT Pro" panose="02040504050005020304" pitchFamily="18" charset="0"/>
                <a:ea typeface="Codec Pro"/>
                <a:cs typeface="Times New Roman" panose="02020603050405020304" pitchFamily="18" charset="0"/>
                <a:sym typeface="Codec Pro"/>
              </a:rPr>
              <a:t>strategic</a:t>
            </a:r>
            <a:r>
              <a:rPr lang="fr-FR" sz="2400" b="1" dirty="0">
                <a:solidFill>
                  <a:schemeClr val="accent3">
                    <a:lumMod val="50000"/>
                  </a:schemeClr>
                </a:solidFill>
                <a:latin typeface="Amasis MT Pro" panose="02040504050005020304" pitchFamily="18" charset="0"/>
                <a:ea typeface="Codec Pro"/>
                <a:cs typeface="Times New Roman" panose="02020603050405020304" pitchFamily="18" charset="0"/>
                <a:sym typeface="Codec Pro"/>
              </a:rPr>
              <a:t> partnerships</a:t>
            </a:r>
            <a:endParaRPr lang="en-US" sz="3200" b="1" dirty="0">
              <a:solidFill>
                <a:schemeClr val="accent3">
                  <a:lumMod val="50000"/>
                </a:schemeClr>
              </a:solidFill>
              <a:latin typeface="Amasis MT Pro" panose="02040504050005020304" pitchFamily="18" charset="0"/>
              <a:ea typeface="Codec Pro"/>
              <a:cs typeface="Times New Roman" panose="02020603050405020304" pitchFamily="18" charset="0"/>
              <a:sym typeface="Codec Pro"/>
            </a:endParaRPr>
          </a:p>
        </p:txBody>
      </p:sp>
      <p:sp>
        <p:nvSpPr>
          <p:cNvPr id="17" name="CuadroTexto 16">
            <a:extLst>
              <a:ext uri="{FF2B5EF4-FFF2-40B4-BE49-F238E27FC236}">
                <a16:creationId xmlns:a16="http://schemas.microsoft.com/office/drawing/2014/main" id="{60AF7F65-5FA4-0FDB-B817-0EBC94181886}"/>
              </a:ext>
            </a:extLst>
          </p:cNvPr>
          <p:cNvSpPr txBox="1"/>
          <p:nvPr/>
        </p:nvSpPr>
        <p:spPr>
          <a:xfrm>
            <a:off x="13349634" y="2473998"/>
            <a:ext cx="4228403" cy="646331"/>
          </a:xfrm>
          <a:prstGeom prst="rect">
            <a:avLst/>
          </a:prstGeom>
          <a:noFill/>
        </p:spPr>
        <p:txBody>
          <a:bodyPr wrap="square">
            <a:spAutoFit/>
          </a:bodyPr>
          <a:lstStyle/>
          <a:p>
            <a:pPr algn="ctr"/>
            <a:r>
              <a:rPr lang="fr-FR" b="1" dirty="0" err="1">
                <a:solidFill>
                  <a:srgbClr val="445240"/>
                </a:solidFill>
                <a:latin typeface="Amasis MT Pro" panose="02040504050005020304" pitchFamily="18" charset="0"/>
                <a:ea typeface="Codec Pro"/>
                <a:cs typeface="Times New Roman" panose="02020603050405020304" pitchFamily="18" charset="0"/>
                <a:sym typeface="Codec Pro"/>
              </a:rPr>
              <a:t>Ph.D</a:t>
            </a:r>
            <a:r>
              <a:rPr lang="fr-FR" b="1" dirty="0">
                <a:solidFill>
                  <a:srgbClr val="445240"/>
                </a:solidFill>
                <a:latin typeface="Amasis MT Pro" panose="02040504050005020304" pitchFamily="18" charset="0"/>
                <a:ea typeface="Codec Pro"/>
                <a:cs typeface="Times New Roman" panose="02020603050405020304" pitchFamily="18" charset="0"/>
                <a:sym typeface="Codec Pro"/>
              </a:rPr>
              <a:t>. Candidate in </a:t>
            </a:r>
            <a:r>
              <a:rPr lang="fr-FR" b="1" dirty="0" err="1">
                <a:solidFill>
                  <a:srgbClr val="445240"/>
                </a:solidFill>
                <a:latin typeface="Amasis MT Pro" panose="02040504050005020304" pitchFamily="18" charset="0"/>
                <a:ea typeface="Codec Pro"/>
                <a:cs typeface="Times New Roman" panose="02020603050405020304" pitchFamily="18" charset="0"/>
                <a:sym typeface="Codec Pro"/>
              </a:rPr>
              <a:t>industrial</a:t>
            </a:r>
            <a:r>
              <a:rPr lang="fr-FR" b="1" dirty="0">
                <a:solidFill>
                  <a:srgbClr val="445240"/>
                </a:solidFill>
                <a:latin typeface="Amasis MT Pro" panose="02040504050005020304" pitchFamily="18" charset="0"/>
                <a:ea typeface="Codec Pro"/>
                <a:cs typeface="Times New Roman" panose="02020603050405020304" pitchFamily="18" charset="0"/>
                <a:sym typeface="Codec Pro"/>
              </a:rPr>
              <a:t> Engineering</a:t>
            </a:r>
            <a:endParaRPr lang="fr-FR" b="1" dirty="0">
              <a:latin typeface="Amasis MT Pro" panose="02040504050005020304" pitchFamily="18" charset="0"/>
            </a:endParaRPr>
          </a:p>
        </p:txBody>
      </p:sp>
      <p:sp>
        <p:nvSpPr>
          <p:cNvPr id="18" name="CuadroTexto 17">
            <a:extLst>
              <a:ext uri="{FF2B5EF4-FFF2-40B4-BE49-F238E27FC236}">
                <a16:creationId xmlns:a16="http://schemas.microsoft.com/office/drawing/2014/main" id="{C3F2A31C-5F5F-94AE-09E6-E9313A0F91D5}"/>
              </a:ext>
            </a:extLst>
          </p:cNvPr>
          <p:cNvSpPr txBox="1"/>
          <p:nvPr/>
        </p:nvSpPr>
        <p:spPr>
          <a:xfrm>
            <a:off x="448806" y="6362907"/>
            <a:ext cx="4978771" cy="923330"/>
          </a:xfrm>
          <a:prstGeom prst="rect">
            <a:avLst/>
          </a:prstGeom>
          <a:noFill/>
        </p:spPr>
        <p:txBody>
          <a:bodyPr wrap="square">
            <a:spAutoFit/>
          </a:bodyPr>
          <a:lstStyle/>
          <a:p>
            <a:pPr algn="ctr"/>
            <a:r>
              <a:rPr lang="fr-FR" b="1" dirty="0">
                <a:solidFill>
                  <a:srgbClr val="445240"/>
                </a:solidFill>
                <a:latin typeface="Amasis MT Pro" panose="02040504050005020304" pitchFamily="18" charset="0"/>
                <a:ea typeface="Codec Pro"/>
                <a:cs typeface="Times New Roman" panose="02020603050405020304" pitchFamily="18" charset="0"/>
                <a:sym typeface="Codec Pro"/>
              </a:rPr>
              <a:t>Electronics Engineer</a:t>
            </a:r>
          </a:p>
          <a:p>
            <a:pPr algn="ctr"/>
            <a:r>
              <a:rPr lang="fr-FR" b="1" dirty="0">
                <a:solidFill>
                  <a:srgbClr val="445240"/>
                </a:solidFill>
                <a:latin typeface="Amasis MT Pro" panose="02040504050005020304" pitchFamily="18" charset="0"/>
                <a:ea typeface="Codec Pro"/>
                <a:cs typeface="Times New Roman" panose="02020603050405020304" pitchFamily="18" charset="0"/>
                <a:sym typeface="Codec Pro"/>
              </a:rPr>
              <a:t> CEO @Sheinventor</a:t>
            </a:r>
          </a:p>
          <a:p>
            <a:pPr algn="ctr"/>
            <a:r>
              <a:rPr lang="fr-FR" b="1" dirty="0">
                <a:solidFill>
                  <a:srgbClr val="445240"/>
                </a:solidFill>
                <a:latin typeface="Amasis MT Pro" panose="02040504050005020304" pitchFamily="18" charset="0"/>
                <a:ea typeface="Codec Pro"/>
                <a:cs typeface="Times New Roman" panose="02020603050405020304" pitchFamily="18" charset="0"/>
                <a:sym typeface="Codec Pro"/>
              </a:rPr>
              <a:t> </a:t>
            </a:r>
            <a:endParaRPr lang="fr-FR" b="1" dirty="0">
              <a:latin typeface="Amasis MT Pro" panose="02040504050005020304" pitchFamily="18" charset="0"/>
            </a:endParaRPr>
          </a:p>
        </p:txBody>
      </p:sp>
      <p:sp>
        <p:nvSpPr>
          <p:cNvPr id="19" name="TextBox 21">
            <a:extLst>
              <a:ext uri="{FF2B5EF4-FFF2-40B4-BE49-F238E27FC236}">
                <a16:creationId xmlns:a16="http://schemas.microsoft.com/office/drawing/2014/main" id="{36876981-976F-2860-C24C-65E6E93BD0C2}"/>
              </a:ext>
            </a:extLst>
          </p:cNvPr>
          <p:cNvSpPr txBox="1"/>
          <p:nvPr/>
        </p:nvSpPr>
        <p:spPr>
          <a:xfrm>
            <a:off x="457011" y="6995655"/>
            <a:ext cx="5496055" cy="3422091"/>
          </a:xfrm>
          <a:prstGeom prst="rect">
            <a:avLst/>
          </a:prstGeom>
        </p:spPr>
        <p:txBody>
          <a:bodyPr wrap="square" lIns="0" tIns="0" rIns="0" bIns="0" rtlCol="0" anchor="t">
            <a:spAutoFit/>
          </a:bodyPr>
          <a:lstStyle/>
          <a:p>
            <a:pPr algn="just">
              <a:lnSpc>
                <a:spcPct val="150000"/>
              </a:lnSpc>
              <a:spcBef>
                <a:spcPct val="0"/>
              </a:spcBef>
            </a:pPr>
            <a:r>
              <a:rPr lang="en-US" sz="2400" b="1" dirty="0">
                <a:solidFill>
                  <a:schemeClr val="accent3">
                    <a:lumMod val="50000"/>
                  </a:schemeClr>
                </a:solidFill>
                <a:latin typeface="Amasis MT Pro" panose="02040504050005020304" pitchFamily="18" charset="0"/>
                <a:ea typeface="Codec Pro"/>
                <a:cs typeface="Times New Roman" panose="02020603050405020304" pitchFamily="18" charset="0"/>
                <a:sym typeface="Codec Pro"/>
              </a:rPr>
              <a:t>Field</a:t>
            </a:r>
            <a:r>
              <a:rPr lang="en-US" sz="2400" dirty="0">
                <a:solidFill>
                  <a:schemeClr val="accent3">
                    <a:lumMod val="50000"/>
                  </a:schemeClr>
                </a:solidFill>
                <a:latin typeface="Amasis MT Pro" panose="02040504050005020304" pitchFamily="18" charset="0"/>
                <a:ea typeface="Codec Pro"/>
                <a:cs typeface="Times New Roman" panose="02020603050405020304" pitchFamily="18" charset="0"/>
                <a:sym typeface="Codec Pro"/>
              </a:rPr>
              <a:t>: </a:t>
            </a:r>
            <a:r>
              <a:rPr lang="fr-FR" sz="2400" dirty="0" err="1">
                <a:solidFill>
                  <a:schemeClr val="accent3">
                    <a:lumMod val="50000"/>
                  </a:schemeClr>
                </a:solidFill>
                <a:latin typeface="Amasis MT Pro" panose="02040504050005020304" pitchFamily="18" charset="0"/>
                <a:ea typeface="Codec Pro"/>
                <a:cs typeface="Times New Roman" panose="02020603050405020304" pitchFamily="18" charset="0"/>
                <a:sym typeface="Codec Pro"/>
              </a:rPr>
              <a:t>Specialist</a:t>
            </a:r>
            <a:r>
              <a:rPr lang="fr-FR" sz="2400" dirty="0">
                <a:solidFill>
                  <a:schemeClr val="accent3">
                    <a:lumMod val="50000"/>
                  </a:schemeClr>
                </a:solidFill>
                <a:latin typeface="Amasis MT Pro" panose="02040504050005020304" pitchFamily="18" charset="0"/>
                <a:ea typeface="Codec Pro"/>
                <a:cs typeface="Times New Roman" panose="02020603050405020304" pitchFamily="18" charset="0"/>
                <a:sym typeface="Codec Pro"/>
              </a:rPr>
              <a:t> in communication and </a:t>
            </a:r>
            <a:r>
              <a:rPr lang="fr-FR" sz="2400" dirty="0" err="1">
                <a:solidFill>
                  <a:schemeClr val="accent3">
                    <a:lumMod val="50000"/>
                  </a:schemeClr>
                </a:solidFill>
                <a:latin typeface="Amasis MT Pro" panose="02040504050005020304" pitchFamily="18" charset="0"/>
                <a:ea typeface="Codec Pro"/>
                <a:cs typeface="Times New Roman" panose="02020603050405020304" pitchFamily="18" charset="0"/>
                <a:sym typeface="Codec Pro"/>
              </a:rPr>
              <a:t>scientific</a:t>
            </a:r>
            <a:r>
              <a:rPr lang="fr-FR" sz="2400" dirty="0">
                <a:solidFill>
                  <a:schemeClr val="accent3">
                    <a:lumMod val="50000"/>
                  </a:schemeClr>
                </a:solidFill>
                <a:latin typeface="Amasis MT Pro" panose="02040504050005020304" pitchFamily="18" charset="0"/>
                <a:ea typeface="Codec Pro"/>
                <a:cs typeface="Times New Roman" panose="02020603050405020304" pitchFamily="18" charset="0"/>
                <a:sym typeface="Codec Pro"/>
              </a:rPr>
              <a:t> </a:t>
            </a:r>
            <a:r>
              <a:rPr lang="fr-FR" sz="2400" dirty="0" err="1">
                <a:solidFill>
                  <a:schemeClr val="accent3">
                    <a:lumMod val="50000"/>
                  </a:schemeClr>
                </a:solidFill>
                <a:latin typeface="Amasis MT Pro" panose="02040504050005020304" pitchFamily="18" charset="0"/>
                <a:ea typeface="Codec Pro"/>
                <a:cs typeface="Times New Roman" panose="02020603050405020304" pitchFamily="18" charset="0"/>
                <a:sym typeface="Codec Pro"/>
              </a:rPr>
              <a:t>medation</a:t>
            </a:r>
            <a:r>
              <a:rPr lang="fr-FR" sz="2400" dirty="0">
                <a:solidFill>
                  <a:schemeClr val="accent3">
                    <a:lumMod val="50000"/>
                  </a:schemeClr>
                </a:solidFill>
                <a:latin typeface="Amasis MT Pro" panose="02040504050005020304" pitchFamily="18" charset="0"/>
                <a:ea typeface="Codec Pro"/>
                <a:cs typeface="Times New Roman" panose="02020603050405020304" pitchFamily="18" charset="0"/>
                <a:sym typeface="Codec Pro"/>
              </a:rPr>
              <a:t> to </a:t>
            </a:r>
            <a:r>
              <a:rPr lang="fr-FR" sz="2400" dirty="0" err="1">
                <a:solidFill>
                  <a:schemeClr val="accent3">
                    <a:lumMod val="50000"/>
                  </a:schemeClr>
                </a:solidFill>
                <a:latin typeface="Amasis MT Pro" panose="02040504050005020304" pitchFamily="18" charset="0"/>
                <a:ea typeface="Codec Pro"/>
                <a:cs typeface="Times New Roman" panose="02020603050405020304" pitchFamily="18" charset="0"/>
                <a:sym typeface="Codec Pro"/>
              </a:rPr>
              <a:t>raise</a:t>
            </a:r>
            <a:r>
              <a:rPr lang="fr-FR" sz="2400" dirty="0">
                <a:solidFill>
                  <a:schemeClr val="accent3">
                    <a:lumMod val="50000"/>
                  </a:schemeClr>
                </a:solidFill>
                <a:latin typeface="Amasis MT Pro" panose="02040504050005020304" pitchFamily="18" charset="0"/>
                <a:ea typeface="Codec Pro"/>
                <a:cs typeface="Times New Roman" panose="02020603050405020304" pitchFamily="18" charset="0"/>
                <a:sym typeface="Codec Pro"/>
              </a:rPr>
              <a:t> </a:t>
            </a:r>
            <a:r>
              <a:rPr lang="fr-FR" sz="2400" dirty="0" err="1">
                <a:solidFill>
                  <a:schemeClr val="accent3">
                    <a:lumMod val="50000"/>
                  </a:schemeClr>
                </a:solidFill>
                <a:latin typeface="Amasis MT Pro" panose="02040504050005020304" pitchFamily="18" charset="0"/>
                <a:ea typeface="Codec Pro"/>
                <a:cs typeface="Times New Roman" panose="02020603050405020304" pitchFamily="18" charset="0"/>
                <a:sym typeface="Codec Pro"/>
              </a:rPr>
              <a:t>awarenness</a:t>
            </a:r>
            <a:r>
              <a:rPr lang="fr-FR" sz="2400" dirty="0">
                <a:solidFill>
                  <a:schemeClr val="accent3">
                    <a:lumMod val="50000"/>
                  </a:schemeClr>
                </a:solidFill>
                <a:latin typeface="Amasis MT Pro" panose="02040504050005020304" pitchFamily="18" charset="0"/>
                <a:ea typeface="Codec Pro"/>
                <a:cs typeface="Times New Roman" panose="02020603050405020304" pitchFamily="18" charset="0"/>
                <a:sym typeface="Codec Pro"/>
              </a:rPr>
              <a:t> and engage audiences.</a:t>
            </a:r>
          </a:p>
          <a:p>
            <a:pPr algn="ctr">
              <a:lnSpc>
                <a:spcPct val="150000"/>
              </a:lnSpc>
              <a:spcBef>
                <a:spcPct val="0"/>
              </a:spcBef>
            </a:pPr>
            <a:r>
              <a:rPr lang="fr-FR" sz="2400" b="1" dirty="0" err="1">
                <a:solidFill>
                  <a:schemeClr val="accent3">
                    <a:lumMod val="50000"/>
                  </a:schemeClr>
                </a:solidFill>
                <a:latin typeface="Amasis MT Pro" panose="02040504050005020304" pitchFamily="18" charset="0"/>
                <a:ea typeface="Codec Pro"/>
                <a:cs typeface="Times New Roman" panose="02020603050405020304" pitchFamily="18" charset="0"/>
                <a:sym typeface="Codec Pro"/>
              </a:rPr>
              <a:t>Role</a:t>
            </a:r>
            <a:r>
              <a:rPr lang="fr-FR" sz="2400" b="1" dirty="0">
                <a:solidFill>
                  <a:schemeClr val="accent3">
                    <a:lumMod val="50000"/>
                  </a:schemeClr>
                </a:solidFill>
                <a:latin typeface="Amasis MT Pro" panose="02040504050005020304" pitchFamily="18" charset="0"/>
                <a:ea typeface="Codec Pro"/>
                <a:cs typeface="Times New Roman" panose="02020603050405020304" pitchFamily="18" charset="0"/>
                <a:sym typeface="Codec Pro"/>
              </a:rPr>
              <a:t>: CM, Communication, Marketing &amp; </a:t>
            </a:r>
            <a:r>
              <a:rPr lang="fr-FR" sz="2400" b="1" dirty="0" err="1">
                <a:solidFill>
                  <a:schemeClr val="accent3">
                    <a:lumMod val="50000"/>
                  </a:schemeClr>
                </a:solidFill>
                <a:latin typeface="Amasis MT Pro" panose="02040504050005020304" pitchFamily="18" charset="0"/>
                <a:ea typeface="Codec Pro"/>
                <a:cs typeface="Times New Roman" panose="02020603050405020304" pitchFamily="18" charset="0"/>
                <a:sym typeface="Codec Pro"/>
              </a:rPr>
              <a:t>Branding</a:t>
            </a:r>
            <a:r>
              <a:rPr lang="fr-FR" sz="2400" b="1" dirty="0">
                <a:solidFill>
                  <a:schemeClr val="accent3">
                    <a:lumMod val="50000"/>
                  </a:schemeClr>
                </a:solidFill>
                <a:latin typeface="Amasis MT Pro" panose="02040504050005020304" pitchFamily="18" charset="0"/>
                <a:ea typeface="Codec Pro"/>
                <a:cs typeface="Times New Roman" panose="02020603050405020304" pitchFamily="18" charset="0"/>
                <a:sym typeface="Codec Pro"/>
              </a:rPr>
              <a:t> </a:t>
            </a:r>
          </a:p>
          <a:p>
            <a:pPr>
              <a:lnSpc>
                <a:spcPct val="150000"/>
              </a:lnSpc>
              <a:spcBef>
                <a:spcPct val="0"/>
              </a:spcBef>
            </a:pPr>
            <a:endParaRPr lang="en-US" sz="3200" dirty="0">
              <a:solidFill>
                <a:schemeClr val="accent3">
                  <a:lumMod val="50000"/>
                </a:schemeClr>
              </a:solidFill>
              <a:latin typeface="Amasis MT Pro" panose="02040504050005020304" pitchFamily="18" charset="0"/>
              <a:ea typeface="Codec Pro"/>
              <a:cs typeface="Times New Roman" panose="02020603050405020304" pitchFamily="18" charset="0"/>
              <a:sym typeface="Codec Pro"/>
            </a:endParaRPr>
          </a:p>
        </p:txBody>
      </p:sp>
      <p:sp>
        <p:nvSpPr>
          <p:cNvPr id="20" name="Slide Number Placeholder 16">
            <a:extLst>
              <a:ext uri="{FF2B5EF4-FFF2-40B4-BE49-F238E27FC236}">
                <a16:creationId xmlns:a16="http://schemas.microsoft.com/office/drawing/2014/main" id="{F37F721B-EBB2-44BD-9F25-762791CFEE6D}"/>
              </a:ext>
            </a:extLst>
          </p:cNvPr>
          <p:cNvSpPr txBox="1">
            <a:spLocks/>
          </p:cNvSpPr>
          <p:nvPr/>
        </p:nvSpPr>
        <p:spPr>
          <a:xfrm>
            <a:off x="16009663" y="9824662"/>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3</a:t>
            </a:fld>
            <a:endParaRPr lang="en-US"/>
          </a:p>
        </p:txBody>
      </p:sp>
    </p:spTree>
    <p:extLst>
      <p:ext uri="{BB962C8B-B14F-4D97-AF65-F5344CB8AC3E}">
        <p14:creationId xmlns:p14="http://schemas.microsoft.com/office/powerpoint/2010/main" val="34601411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5C148-E07D-9B8B-1ACF-401767D086CF}"/>
            </a:ext>
          </a:extLst>
        </p:cNvPr>
        <p:cNvGrpSpPr/>
        <p:nvPr/>
      </p:nvGrpSpPr>
      <p:grpSpPr>
        <a:xfrm>
          <a:off x="0" y="0"/>
          <a:ext cx="0" cy="0"/>
          <a:chOff x="0" y="0"/>
          <a:chExt cx="0" cy="0"/>
        </a:xfrm>
      </p:grpSpPr>
      <p:sp>
        <p:nvSpPr>
          <p:cNvPr id="23" name="Rectángulo 22">
            <a:extLst>
              <a:ext uri="{FF2B5EF4-FFF2-40B4-BE49-F238E27FC236}">
                <a16:creationId xmlns:a16="http://schemas.microsoft.com/office/drawing/2014/main" id="{3A3F0B14-2CCF-43E9-62E1-496D5CBEDB24}"/>
              </a:ext>
            </a:extLst>
          </p:cNvPr>
          <p:cNvSpPr/>
          <p:nvPr/>
        </p:nvSpPr>
        <p:spPr>
          <a:xfrm>
            <a:off x="0" y="-3921"/>
            <a:ext cx="18288000" cy="1700412"/>
          </a:xfrm>
          <a:prstGeom prst="rect">
            <a:avLst/>
          </a:prstGeom>
          <a:gradFill flip="none" rotWithShape="1">
            <a:gsLst>
              <a:gs pos="0">
                <a:srgbClr val="445240"/>
              </a:gs>
              <a:gs pos="88000">
                <a:srgbClr val="445240">
                  <a:alpha val="17000"/>
                </a:srgbClr>
              </a:gs>
              <a:gs pos="54000">
                <a:srgbClr val="445240">
                  <a:alpha val="64000"/>
                </a:srgbClr>
              </a:gs>
              <a:gs pos="74000">
                <a:srgbClr val="445240">
                  <a:alpha val="49000"/>
                </a:srgbClr>
              </a:gs>
              <a:gs pos="100000">
                <a:srgbClr val="445240">
                  <a:alpha val="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 name="Picture 12" descr="A green number with a white background&#10;&#10;Description automatically generated">
            <a:extLst>
              <a:ext uri="{FF2B5EF4-FFF2-40B4-BE49-F238E27FC236}">
                <a16:creationId xmlns:a16="http://schemas.microsoft.com/office/drawing/2014/main" id="{DF6456F5-E12D-00EB-73D3-C22C1F78633C}"/>
              </a:ext>
            </a:extLst>
          </p:cNvPr>
          <p:cNvPicPr>
            <a:picLocks noChangeAspect="1"/>
          </p:cNvPicPr>
          <p:nvPr/>
        </p:nvPicPr>
        <p:blipFill>
          <a:blip r:embed="rId3" cstate="print">
            <a:biLevel thresh="25000"/>
            <a:extLst>
              <a:ext uri="{BEBA8EAE-BF5A-486C-A8C5-ECC9F3942E4B}">
                <a14:imgProps xmlns:a14="http://schemas.microsoft.com/office/drawing/2010/main">
                  <a14:imgLayer r:embed="rId4">
                    <a14:imgEffect>
                      <a14:backgroundRemoval t="14524" b="87143" l="1586" r="97260">
                        <a14:foregroundMark x1="16078" y1="39286" x2="16078" y2="39286"/>
                        <a14:foregroundMark x1="6849" y1="41905" x2="6849" y2="41905"/>
                        <a14:foregroundMark x1="50180" y1="55238" x2="50180" y2="55238"/>
                        <a14:foregroundMark x1="30209" y1="87143" x2="30209" y2="87143"/>
                        <a14:foregroundMark x1="60923" y1="54762" x2="60923" y2="54762"/>
                        <a14:foregroundMark x1="72675" y1="57857" x2="72675" y2="57857"/>
                        <a14:foregroundMark x1="89257" y1="44048" x2="89257" y2="44048"/>
                        <a14:foregroundMark x1="97404" y1="31667" x2="97404" y2="31667"/>
                        <a14:foregroundMark x1="5479" y1="62381" x2="5479" y2="62381"/>
                        <a14:foregroundMark x1="1586" y1="84762" x2="1586" y2="84762"/>
                      </a14:backgroundRemoval>
                    </a14:imgEffect>
                    <a14:imgEffect>
                      <a14:artisticTexturizer/>
                    </a14:imgEffect>
                    <a14:imgEffect>
                      <a14:saturation sat="33000"/>
                    </a14:imgEffect>
                  </a14:imgLayer>
                </a14:imgProps>
              </a:ext>
              <a:ext uri="{28A0092B-C50C-407E-A947-70E740481C1C}">
                <a14:useLocalDpi xmlns:a14="http://schemas.microsoft.com/office/drawing/2010/main" val="0"/>
              </a:ext>
            </a:extLst>
          </a:blip>
          <a:srcRect l="486" t="6154" r="583" b="7919"/>
          <a:stretch>
            <a:fillRect/>
          </a:stretch>
        </p:blipFill>
        <p:spPr>
          <a:xfrm>
            <a:off x="14206789" y="159703"/>
            <a:ext cx="3738723" cy="983295"/>
          </a:xfrm>
          <a:prstGeom prst="rect">
            <a:avLst/>
          </a:prstGeom>
        </p:spPr>
      </p:pic>
      <p:sp>
        <p:nvSpPr>
          <p:cNvPr id="3" name="CuadroTexto 2">
            <a:extLst>
              <a:ext uri="{FF2B5EF4-FFF2-40B4-BE49-F238E27FC236}">
                <a16:creationId xmlns:a16="http://schemas.microsoft.com/office/drawing/2014/main" id="{5EE7E2B1-1260-50C0-DB96-30AF1ADA4269}"/>
              </a:ext>
            </a:extLst>
          </p:cNvPr>
          <p:cNvSpPr txBox="1"/>
          <p:nvPr/>
        </p:nvSpPr>
        <p:spPr>
          <a:xfrm>
            <a:off x="420857" y="117133"/>
            <a:ext cx="12164612" cy="1323439"/>
          </a:xfrm>
          <a:prstGeom prst="rect">
            <a:avLst/>
          </a:prstGeom>
          <a:noFill/>
        </p:spPr>
        <p:txBody>
          <a:bodyPr wrap="square" rtlCol="0">
            <a:spAutoFit/>
          </a:bodyPr>
          <a:lstStyle/>
          <a:p>
            <a:pPr algn="ctr"/>
            <a:r>
              <a:rPr lang="fr-FR" sz="8000" dirty="0">
                <a:solidFill>
                  <a:schemeClr val="bg1"/>
                </a:solidFill>
                <a:latin typeface="Amasis MT Pro" panose="02040504050005020304" pitchFamily="18" charset="0"/>
                <a:cs typeface="Times New Roman" panose="02020603050405020304" pitchFamily="18" charset="0"/>
              </a:rPr>
              <a:t>On-the-Ground Reality</a:t>
            </a:r>
          </a:p>
        </p:txBody>
      </p:sp>
      <p:sp>
        <p:nvSpPr>
          <p:cNvPr id="13" name="Slide Number Placeholder 16">
            <a:extLst>
              <a:ext uri="{FF2B5EF4-FFF2-40B4-BE49-F238E27FC236}">
                <a16:creationId xmlns:a16="http://schemas.microsoft.com/office/drawing/2014/main" id="{A041FF9C-0706-7CC7-B795-3AAB814FB2E8}"/>
              </a:ext>
            </a:extLst>
          </p:cNvPr>
          <p:cNvSpPr>
            <a:spLocks noGrp="1"/>
          </p:cNvSpPr>
          <p:nvPr>
            <p:ph type="sldNum" sz="quarter" idx="12"/>
          </p:nvPr>
        </p:nvSpPr>
        <p:spPr>
          <a:xfrm>
            <a:off x="16009663" y="9824662"/>
            <a:ext cx="2133600" cy="365125"/>
          </a:xfrm>
        </p:spPr>
        <p:txBody>
          <a:bodyPr/>
          <a:lstStyle/>
          <a:p>
            <a:fld id="{B6F15528-21DE-4FAA-801E-634DDDAF4B2B}" type="slidenum">
              <a:rPr lang="en-US" smtClean="0"/>
              <a:pPr/>
              <a:t>4</a:t>
            </a:fld>
            <a:endParaRPr lang="en-US"/>
          </a:p>
        </p:txBody>
      </p:sp>
      <p:grpSp>
        <p:nvGrpSpPr>
          <p:cNvPr id="17" name="Group 16">
            <a:extLst>
              <a:ext uri="{FF2B5EF4-FFF2-40B4-BE49-F238E27FC236}">
                <a16:creationId xmlns:a16="http://schemas.microsoft.com/office/drawing/2014/main" id="{08103A72-09B8-3ACE-23C2-36199F84ACE7}"/>
              </a:ext>
            </a:extLst>
          </p:cNvPr>
          <p:cNvGrpSpPr/>
          <p:nvPr/>
        </p:nvGrpSpPr>
        <p:grpSpPr>
          <a:xfrm>
            <a:off x="9801619" y="1741814"/>
            <a:ext cx="8486381" cy="6607054"/>
            <a:chOff x="9801619" y="1649050"/>
            <a:chExt cx="8486381" cy="6607054"/>
          </a:xfrm>
        </p:grpSpPr>
        <p:pic>
          <p:nvPicPr>
            <p:cNvPr id="5" name="Picture 4">
              <a:extLst>
                <a:ext uri="{FF2B5EF4-FFF2-40B4-BE49-F238E27FC236}">
                  <a16:creationId xmlns:a16="http://schemas.microsoft.com/office/drawing/2014/main" id="{3C539488-BBBF-5F8F-06B7-66A5DE84D89C}"/>
                </a:ext>
              </a:extLst>
            </p:cNvPr>
            <p:cNvPicPr>
              <a:picLocks noChangeAspect="1"/>
            </p:cNvPicPr>
            <p:nvPr/>
          </p:nvPicPr>
          <p:blipFill>
            <a:blip r:embed="rId5">
              <a:extLst>
                <a:ext uri="{28A0092B-C50C-407E-A947-70E740481C1C}">
                  <a14:useLocalDpi xmlns:a14="http://schemas.microsoft.com/office/drawing/2010/main" val="0"/>
                </a:ext>
              </a:extLst>
            </a:blip>
            <a:srcRect l="9192" t="6600" r="2727" b="24175"/>
            <a:stretch>
              <a:fillRect/>
            </a:stretch>
          </p:blipFill>
          <p:spPr>
            <a:xfrm>
              <a:off x="9801619" y="1649050"/>
              <a:ext cx="8459862" cy="6607054"/>
            </a:xfrm>
            <a:prstGeom prst="rect">
              <a:avLst/>
            </a:prstGeom>
          </p:spPr>
        </p:pic>
        <p:sp>
          <p:nvSpPr>
            <p:cNvPr id="6" name="TextBox 5">
              <a:extLst>
                <a:ext uri="{FF2B5EF4-FFF2-40B4-BE49-F238E27FC236}">
                  <a16:creationId xmlns:a16="http://schemas.microsoft.com/office/drawing/2014/main" id="{7C4C6A3C-4FC2-A86C-5859-2CD11DD6388F}"/>
                </a:ext>
              </a:extLst>
            </p:cNvPr>
            <p:cNvSpPr txBox="1"/>
            <p:nvPr/>
          </p:nvSpPr>
          <p:spPr>
            <a:xfrm>
              <a:off x="12844135" y="1860115"/>
              <a:ext cx="2579340" cy="523220"/>
            </a:xfrm>
            <a:prstGeom prst="rect">
              <a:avLst/>
            </a:prstGeom>
            <a:noFill/>
          </p:spPr>
          <p:txBody>
            <a:bodyPr wrap="square">
              <a:spAutoFit/>
            </a:bodyPr>
            <a:lstStyle/>
            <a:p>
              <a:r>
                <a:rPr lang="en-US" sz="2800" dirty="0">
                  <a:solidFill>
                    <a:schemeClr val="accent3">
                      <a:lumMod val="50000"/>
                    </a:schemeClr>
                  </a:solidFill>
                  <a:latin typeface="Amasis MT Pro" panose="02040504050005020304" pitchFamily="18" charset="0"/>
                  <a:cs typeface="Times New Roman" panose="02020603050405020304" pitchFamily="18" charset="0"/>
                </a:rPr>
                <a:t>Does she know:</a:t>
              </a:r>
            </a:p>
          </p:txBody>
        </p:sp>
        <p:sp>
          <p:nvSpPr>
            <p:cNvPr id="4" name="TextBox 3">
              <a:extLst>
                <a:ext uri="{FF2B5EF4-FFF2-40B4-BE49-F238E27FC236}">
                  <a16:creationId xmlns:a16="http://schemas.microsoft.com/office/drawing/2014/main" id="{2AE3E1DD-1850-79CC-EED7-37CB0E7F16FB}"/>
                </a:ext>
              </a:extLst>
            </p:cNvPr>
            <p:cNvSpPr txBox="1"/>
            <p:nvPr/>
          </p:nvSpPr>
          <p:spPr>
            <a:xfrm>
              <a:off x="12585468" y="2635046"/>
              <a:ext cx="5676013" cy="954107"/>
            </a:xfrm>
            <a:prstGeom prst="rect">
              <a:avLst/>
            </a:prstGeom>
            <a:noFill/>
          </p:spPr>
          <p:txBody>
            <a:bodyPr wrap="square">
              <a:spAutoFit/>
            </a:bodyPr>
            <a:lstStyle/>
            <a:p>
              <a:pPr marL="457200" indent="-457200">
                <a:buFont typeface="Arial" panose="020B0604020202020204" pitchFamily="34" charset="0"/>
                <a:buChar char="•"/>
              </a:pPr>
              <a:r>
                <a:rPr lang="en-US" sz="2800" b="1" dirty="0">
                  <a:solidFill>
                    <a:schemeClr val="accent3">
                      <a:lumMod val="50000"/>
                    </a:schemeClr>
                  </a:solidFill>
                  <a:latin typeface="Amasis MT Pro" panose="02040504050005020304" pitchFamily="18" charset="0"/>
                  <a:cs typeface="Times New Roman" panose="02020603050405020304" pitchFamily="18" charset="0"/>
                </a:rPr>
                <a:t>How much</a:t>
              </a:r>
              <a:r>
                <a:rPr lang="en-US" sz="2800" dirty="0">
                  <a:solidFill>
                    <a:schemeClr val="accent3">
                      <a:lumMod val="50000"/>
                    </a:schemeClr>
                  </a:solidFill>
                  <a:latin typeface="Amasis MT Pro" panose="02040504050005020304" pitchFamily="18" charset="0"/>
                  <a:cs typeface="Times New Roman" panose="02020603050405020304" pitchFamily="18" charset="0"/>
                </a:rPr>
                <a:t> plastic has she just purchased?</a:t>
              </a:r>
            </a:p>
          </p:txBody>
        </p:sp>
        <p:sp>
          <p:nvSpPr>
            <p:cNvPr id="7" name="TextBox 6">
              <a:extLst>
                <a:ext uri="{FF2B5EF4-FFF2-40B4-BE49-F238E27FC236}">
                  <a16:creationId xmlns:a16="http://schemas.microsoft.com/office/drawing/2014/main" id="{821FC855-9D18-49A0-263E-F31A0A9C9BBF}"/>
                </a:ext>
              </a:extLst>
            </p:cNvPr>
            <p:cNvSpPr txBox="1"/>
            <p:nvPr/>
          </p:nvSpPr>
          <p:spPr>
            <a:xfrm>
              <a:off x="12585468" y="3791379"/>
              <a:ext cx="5676013" cy="954107"/>
            </a:xfrm>
            <a:prstGeom prst="rect">
              <a:avLst/>
            </a:prstGeom>
            <a:noFill/>
          </p:spPr>
          <p:txBody>
            <a:bodyPr wrap="square">
              <a:spAutoFit/>
            </a:bodyPr>
            <a:lstStyle/>
            <a:p>
              <a:pPr marL="457200" indent="-457200">
                <a:buFont typeface="Arial" panose="020B0604020202020204" pitchFamily="34" charset="0"/>
                <a:buChar char="•"/>
              </a:pPr>
              <a:r>
                <a:rPr lang="en-US" sz="2800" dirty="0">
                  <a:solidFill>
                    <a:schemeClr val="accent3">
                      <a:lumMod val="50000"/>
                    </a:schemeClr>
                  </a:solidFill>
                  <a:latin typeface="Amasis MT Pro" panose="02040504050005020304" pitchFamily="18" charset="0"/>
                  <a:cs typeface="Times New Roman" panose="02020603050405020304" pitchFamily="18" charset="0"/>
                </a:rPr>
                <a:t>What </a:t>
              </a:r>
              <a:r>
                <a:rPr lang="en-US" sz="2800" b="1" dirty="0">
                  <a:solidFill>
                    <a:schemeClr val="accent3">
                      <a:lumMod val="50000"/>
                    </a:schemeClr>
                  </a:solidFill>
                  <a:latin typeface="Amasis MT Pro" panose="02040504050005020304" pitchFamily="18" charset="0"/>
                  <a:cs typeface="Times New Roman" panose="02020603050405020304" pitchFamily="18" charset="0"/>
                </a:rPr>
                <a:t>types</a:t>
              </a:r>
              <a:r>
                <a:rPr lang="en-US" sz="2800" dirty="0">
                  <a:solidFill>
                    <a:schemeClr val="accent3">
                      <a:lumMod val="50000"/>
                    </a:schemeClr>
                  </a:solidFill>
                  <a:latin typeface="Amasis MT Pro" panose="02040504050005020304" pitchFamily="18" charset="0"/>
                  <a:cs typeface="Times New Roman" panose="02020603050405020304" pitchFamily="18" charset="0"/>
                </a:rPr>
                <a:t> of plastic are in her purchases?</a:t>
              </a:r>
            </a:p>
          </p:txBody>
        </p:sp>
        <p:sp>
          <p:nvSpPr>
            <p:cNvPr id="8" name="TextBox 7">
              <a:extLst>
                <a:ext uri="{FF2B5EF4-FFF2-40B4-BE49-F238E27FC236}">
                  <a16:creationId xmlns:a16="http://schemas.microsoft.com/office/drawing/2014/main" id="{EABA7EBD-4FEB-3898-E13B-419B1D970096}"/>
                </a:ext>
              </a:extLst>
            </p:cNvPr>
            <p:cNvSpPr txBox="1"/>
            <p:nvPr/>
          </p:nvSpPr>
          <p:spPr>
            <a:xfrm>
              <a:off x="12611987" y="5038519"/>
              <a:ext cx="5676013" cy="523220"/>
            </a:xfrm>
            <a:prstGeom prst="rect">
              <a:avLst/>
            </a:prstGeom>
            <a:noFill/>
          </p:spPr>
          <p:txBody>
            <a:bodyPr wrap="square">
              <a:spAutoFit/>
            </a:bodyPr>
            <a:lstStyle/>
            <a:p>
              <a:pPr marL="457200" indent="-457200">
                <a:buFont typeface="Arial" panose="020B0604020202020204" pitchFamily="34" charset="0"/>
                <a:buChar char="•"/>
              </a:pPr>
              <a:r>
                <a:rPr lang="fr-FR" sz="2800" dirty="0" err="1">
                  <a:solidFill>
                    <a:schemeClr val="accent3">
                      <a:lumMod val="50000"/>
                    </a:schemeClr>
                  </a:solidFill>
                  <a:latin typeface="Amasis MT Pro" panose="02040504050005020304" pitchFamily="18" charset="0"/>
                  <a:cs typeface="Times New Roman" panose="02020603050405020304" pitchFamily="18" charset="0"/>
                </a:rPr>
                <a:t>Which</a:t>
              </a:r>
              <a:r>
                <a:rPr lang="fr-FR" sz="2800" dirty="0">
                  <a:solidFill>
                    <a:schemeClr val="accent3">
                      <a:lumMod val="50000"/>
                    </a:schemeClr>
                  </a:solidFill>
                  <a:latin typeface="Amasis MT Pro" panose="02040504050005020304" pitchFamily="18" charset="0"/>
                  <a:cs typeface="Times New Roman" panose="02020603050405020304" pitchFamily="18" charset="0"/>
                </a:rPr>
                <a:t> plastics are </a:t>
              </a:r>
              <a:r>
                <a:rPr lang="fr-FR" sz="2800" b="1" dirty="0">
                  <a:solidFill>
                    <a:schemeClr val="accent3">
                      <a:lumMod val="50000"/>
                    </a:schemeClr>
                  </a:solidFill>
                  <a:latin typeface="Amasis MT Pro" panose="02040504050005020304" pitchFamily="18" charset="0"/>
                  <a:cs typeface="Times New Roman" panose="02020603050405020304" pitchFamily="18" charset="0"/>
                </a:rPr>
                <a:t>recyclable</a:t>
              </a:r>
              <a:r>
                <a:rPr lang="fr-FR" sz="2800" dirty="0">
                  <a:solidFill>
                    <a:schemeClr val="accent3">
                      <a:lumMod val="50000"/>
                    </a:schemeClr>
                  </a:solidFill>
                  <a:latin typeface="Amasis MT Pro" panose="02040504050005020304" pitchFamily="18" charset="0"/>
                  <a:cs typeface="Times New Roman" panose="02020603050405020304" pitchFamily="18" charset="0"/>
                </a:rPr>
                <a:t>?</a:t>
              </a:r>
              <a:endParaRPr lang="en-US" sz="2800" dirty="0">
                <a:solidFill>
                  <a:schemeClr val="accent3">
                    <a:lumMod val="50000"/>
                  </a:schemeClr>
                </a:solidFill>
                <a:latin typeface="Amasis MT Pro" panose="020405040500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4E9FAE2A-7A8F-F5EA-A0E6-56F0FFD480E2}"/>
                </a:ext>
              </a:extLst>
            </p:cNvPr>
            <p:cNvSpPr txBox="1"/>
            <p:nvPr/>
          </p:nvSpPr>
          <p:spPr>
            <a:xfrm>
              <a:off x="12611987" y="5819647"/>
              <a:ext cx="5676013" cy="954107"/>
            </a:xfrm>
            <a:prstGeom prst="rect">
              <a:avLst/>
            </a:prstGeom>
            <a:noFill/>
          </p:spPr>
          <p:txBody>
            <a:bodyPr wrap="square">
              <a:spAutoFit/>
            </a:bodyPr>
            <a:lstStyle/>
            <a:p>
              <a:pPr marL="457200" indent="-457200">
                <a:buFont typeface="Arial" panose="020B0604020202020204" pitchFamily="34" charset="0"/>
                <a:buChar char="•"/>
              </a:pPr>
              <a:r>
                <a:rPr lang="en-US" sz="2800" dirty="0">
                  <a:solidFill>
                    <a:schemeClr val="accent3">
                      <a:lumMod val="50000"/>
                    </a:schemeClr>
                  </a:solidFill>
                  <a:latin typeface="Amasis MT Pro" panose="02040504050005020304" pitchFamily="18" charset="0"/>
                  <a:cs typeface="Times New Roman" panose="02020603050405020304" pitchFamily="18" charset="0"/>
                </a:rPr>
                <a:t>What happens to these materials </a:t>
              </a:r>
              <a:r>
                <a:rPr lang="en-US" sz="2800" b="1" dirty="0">
                  <a:solidFill>
                    <a:schemeClr val="accent3">
                      <a:lumMod val="50000"/>
                    </a:schemeClr>
                  </a:solidFill>
                  <a:latin typeface="Amasis MT Pro" panose="02040504050005020304" pitchFamily="18" charset="0"/>
                  <a:cs typeface="Times New Roman" panose="02020603050405020304" pitchFamily="18" charset="0"/>
                </a:rPr>
                <a:t>after use</a:t>
              </a:r>
              <a:r>
                <a:rPr lang="en-US" sz="2800" dirty="0">
                  <a:solidFill>
                    <a:schemeClr val="accent3">
                      <a:lumMod val="50000"/>
                    </a:schemeClr>
                  </a:solidFill>
                  <a:latin typeface="Amasis MT Pro" panose="02040504050005020304" pitchFamily="18" charset="0"/>
                  <a:cs typeface="Times New Roman" panose="02020603050405020304" pitchFamily="18" charset="0"/>
                </a:rPr>
                <a:t>?</a:t>
              </a:r>
            </a:p>
          </p:txBody>
        </p:sp>
      </p:grpSp>
      <p:pic>
        <p:nvPicPr>
          <p:cNvPr id="14" name="Picture 13">
            <a:extLst>
              <a:ext uri="{FF2B5EF4-FFF2-40B4-BE49-F238E27FC236}">
                <a16:creationId xmlns:a16="http://schemas.microsoft.com/office/drawing/2014/main" id="{8471669C-C855-A486-21B5-E5437F0854D2}"/>
              </a:ext>
            </a:extLst>
          </p:cNvPr>
          <p:cNvPicPr>
            <a:picLocks noChangeAspect="1"/>
          </p:cNvPicPr>
          <p:nvPr/>
        </p:nvPicPr>
        <p:blipFill>
          <a:blip r:embed="rId6">
            <a:extLst>
              <a:ext uri="{28A0092B-C50C-407E-A947-70E740481C1C}">
                <a14:useLocalDpi xmlns:a14="http://schemas.microsoft.com/office/drawing/2010/main" val="0"/>
              </a:ext>
            </a:extLst>
          </a:blip>
          <a:srcRect l="22284" t="17963" r="22132" b="21468"/>
          <a:stretch>
            <a:fillRect/>
          </a:stretch>
        </p:blipFill>
        <p:spPr>
          <a:xfrm>
            <a:off x="4851570" y="3224308"/>
            <a:ext cx="4923530" cy="5365128"/>
          </a:xfrm>
          <a:prstGeom prst="rect">
            <a:avLst/>
          </a:prstGeom>
        </p:spPr>
      </p:pic>
      <p:pic>
        <p:nvPicPr>
          <p:cNvPr id="16" name="Picture 15">
            <a:extLst>
              <a:ext uri="{FF2B5EF4-FFF2-40B4-BE49-F238E27FC236}">
                <a16:creationId xmlns:a16="http://schemas.microsoft.com/office/drawing/2014/main" id="{D9166F20-DE79-E817-D809-FDD4B5B7F2A7}"/>
              </a:ext>
            </a:extLst>
          </p:cNvPr>
          <p:cNvPicPr>
            <a:picLocks noChangeAspect="1"/>
          </p:cNvPicPr>
          <p:nvPr/>
        </p:nvPicPr>
        <p:blipFill>
          <a:blip r:embed="rId7">
            <a:extLst>
              <a:ext uri="{28A0092B-C50C-407E-A947-70E740481C1C}">
                <a14:useLocalDpi xmlns:a14="http://schemas.microsoft.com/office/drawing/2010/main" val="0"/>
              </a:ext>
            </a:extLst>
          </a:blip>
          <a:srcRect l="21550" t="17264" r="22867" b="23228"/>
          <a:stretch>
            <a:fillRect/>
          </a:stretch>
        </p:blipFill>
        <p:spPr>
          <a:xfrm>
            <a:off x="185527" y="3354802"/>
            <a:ext cx="4889414" cy="5234634"/>
          </a:xfrm>
          <a:prstGeom prst="rect">
            <a:avLst/>
          </a:prstGeom>
        </p:spPr>
      </p:pic>
    </p:spTree>
    <p:extLst>
      <p:ext uri="{BB962C8B-B14F-4D97-AF65-F5344CB8AC3E}">
        <p14:creationId xmlns:p14="http://schemas.microsoft.com/office/powerpoint/2010/main" val="966140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A33963-8B36-0863-5589-49F221464E34}"/>
            </a:ext>
          </a:extLst>
        </p:cNvPr>
        <p:cNvGrpSpPr/>
        <p:nvPr/>
      </p:nvGrpSpPr>
      <p:grpSpPr>
        <a:xfrm>
          <a:off x="0" y="0"/>
          <a:ext cx="0" cy="0"/>
          <a:chOff x="0" y="0"/>
          <a:chExt cx="0" cy="0"/>
        </a:xfrm>
      </p:grpSpPr>
      <p:sp>
        <p:nvSpPr>
          <p:cNvPr id="23" name="Rectángulo 22">
            <a:extLst>
              <a:ext uri="{FF2B5EF4-FFF2-40B4-BE49-F238E27FC236}">
                <a16:creationId xmlns:a16="http://schemas.microsoft.com/office/drawing/2014/main" id="{571CBCB7-2251-E6A6-9711-E727EC78832B}"/>
              </a:ext>
            </a:extLst>
          </p:cNvPr>
          <p:cNvSpPr/>
          <p:nvPr/>
        </p:nvSpPr>
        <p:spPr>
          <a:xfrm>
            <a:off x="0" y="-3921"/>
            <a:ext cx="18288000" cy="1700412"/>
          </a:xfrm>
          <a:prstGeom prst="rect">
            <a:avLst/>
          </a:prstGeom>
          <a:gradFill flip="none" rotWithShape="1">
            <a:gsLst>
              <a:gs pos="0">
                <a:srgbClr val="445240"/>
              </a:gs>
              <a:gs pos="88000">
                <a:srgbClr val="445240">
                  <a:alpha val="17000"/>
                </a:srgbClr>
              </a:gs>
              <a:gs pos="54000">
                <a:srgbClr val="445240">
                  <a:alpha val="64000"/>
                </a:srgbClr>
              </a:gs>
              <a:gs pos="74000">
                <a:srgbClr val="445240">
                  <a:alpha val="49000"/>
                </a:srgbClr>
              </a:gs>
              <a:gs pos="100000">
                <a:srgbClr val="445240">
                  <a:alpha val="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 name="Picture 12" descr="A green number with a white background&#10;&#10;Description automatically generated">
            <a:extLst>
              <a:ext uri="{FF2B5EF4-FFF2-40B4-BE49-F238E27FC236}">
                <a16:creationId xmlns:a16="http://schemas.microsoft.com/office/drawing/2014/main" id="{CB399706-3232-1624-2142-A8C74AE3B347}"/>
              </a:ext>
            </a:extLst>
          </p:cNvPr>
          <p:cNvPicPr>
            <a:picLocks noChangeAspect="1"/>
          </p:cNvPicPr>
          <p:nvPr/>
        </p:nvPicPr>
        <p:blipFill>
          <a:blip r:embed="rId3" cstate="print">
            <a:biLevel thresh="25000"/>
            <a:extLst>
              <a:ext uri="{BEBA8EAE-BF5A-486C-A8C5-ECC9F3942E4B}">
                <a14:imgProps xmlns:a14="http://schemas.microsoft.com/office/drawing/2010/main">
                  <a14:imgLayer r:embed="rId4">
                    <a14:imgEffect>
                      <a14:backgroundRemoval t="14524" b="87143" l="1586" r="97260">
                        <a14:foregroundMark x1="16078" y1="39286" x2="16078" y2="39286"/>
                        <a14:foregroundMark x1="6849" y1="41905" x2="6849" y2="41905"/>
                        <a14:foregroundMark x1="50180" y1="55238" x2="50180" y2="55238"/>
                        <a14:foregroundMark x1="30209" y1="87143" x2="30209" y2="87143"/>
                        <a14:foregroundMark x1="60923" y1="54762" x2="60923" y2="54762"/>
                        <a14:foregroundMark x1="72675" y1="57857" x2="72675" y2="57857"/>
                        <a14:foregroundMark x1="89257" y1="44048" x2="89257" y2="44048"/>
                        <a14:foregroundMark x1="97404" y1="31667" x2="97404" y2="31667"/>
                        <a14:foregroundMark x1="5479" y1="62381" x2="5479" y2="62381"/>
                        <a14:foregroundMark x1="1586" y1="84762" x2="1586" y2="84762"/>
                      </a14:backgroundRemoval>
                    </a14:imgEffect>
                    <a14:imgEffect>
                      <a14:artisticTexturizer/>
                    </a14:imgEffect>
                    <a14:imgEffect>
                      <a14:saturation sat="33000"/>
                    </a14:imgEffect>
                  </a14:imgLayer>
                </a14:imgProps>
              </a:ext>
              <a:ext uri="{28A0092B-C50C-407E-A947-70E740481C1C}">
                <a14:useLocalDpi xmlns:a14="http://schemas.microsoft.com/office/drawing/2010/main" val="0"/>
              </a:ext>
            </a:extLst>
          </a:blip>
          <a:srcRect l="486" t="6154" r="583" b="7919"/>
          <a:stretch>
            <a:fillRect/>
          </a:stretch>
        </p:blipFill>
        <p:spPr>
          <a:xfrm>
            <a:off x="14206789" y="159703"/>
            <a:ext cx="3738723" cy="983295"/>
          </a:xfrm>
          <a:prstGeom prst="rect">
            <a:avLst/>
          </a:prstGeom>
        </p:spPr>
      </p:pic>
      <p:sp>
        <p:nvSpPr>
          <p:cNvPr id="3" name="CuadroTexto 2">
            <a:extLst>
              <a:ext uri="{FF2B5EF4-FFF2-40B4-BE49-F238E27FC236}">
                <a16:creationId xmlns:a16="http://schemas.microsoft.com/office/drawing/2014/main" id="{A726F1D4-3888-9600-A024-2CE864261B0F}"/>
              </a:ext>
            </a:extLst>
          </p:cNvPr>
          <p:cNvSpPr txBox="1"/>
          <p:nvPr/>
        </p:nvSpPr>
        <p:spPr>
          <a:xfrm>
            <a:off x="420857" y="117133"/>
            <a:ext cx="11748976" cy="1323439"/>
          </a:xfrm>
          <a:prstGeom prst="rect">
            <a:avLst/>
          </a:prstGeom>
          <a:noFill/>
        </p:spPr>
        <p:txBody>
          <a:bodyPr wrap="square" rtlCol="0">
            <a:spAutoFit/>
          </a:bodyPr>
          <a:lstStyle/>
          <a:p>
            <a:pPr algn="ctr"/>
            <a:r>
              <a:rPr lang="fr-FR" sz="8000" dirty="0">
                <a:solidFill>
                  <a:schemeClr val="bg1"/>
                </a:solidFill>
                <a:latin typeface="Amasis MT Pro" panose="02040504050005020304" pitchFamily="18" charset="0"/>
                <a:cs typeface="Times New Roman" panose="02020603050405020304" pitchFamily="18" charset="0"/>
              </a:rPr>
              <a:t>On-the-Ground Reality</a:t>
            </a:r>
          </a:p>
        </p:txBody>
      </p:sp>
      <p:sp>
        <p:nvSpPr>
          <p:cNvPr id="10" name="CuadroTexto 23">
            <a:extLst>
              <a:ext uri="{FF2B5EF4-FFF2-40B4-BE49-F238E27FC236}">
                <a16:creationId xmlns:a16="http://schemas.microsoft.com/office/drawing/2014/main" id="{83E36D6A-2CD4-31C4-8C20-FA7F0EEB7724}"/>
              </a:ext>
            </a:extLst>
          </p:cNvPr>
          <p:cNvSpPr txBox="1"/>
          <p:nvPr/>
        </p:nvSpPr>
        <p:spPr>
          <a:xfrm>
            <a:off x="867313" y="8318741"/>
            <a:ext cx="1458750" cy="369332"/>
          </a:xfrm>
          <a:prstGeom prst="rect">
            <a:avLst/>
          </a:prstGeom>
          <a:noFill/>
        </p:spPr>
        <p:txBody>
          <a:bodyPr wrap="square" rtlCol="0">
            <a:spAutoFit/>
          </a:bodyPr>
          <a:lstStyle/>
          <a:p>
            <a:r>
              <a:rPr lang="fr-FR" dirty="0" err="1">
                <a:solidFill>
                  <a:schemeClr val="accent3">
                    <a:lumMod val="50000"/>
                  </a:schemeClr>
                </a:solidFill>
                <a:latin typeface="Amasis MT Pro" panose="02040504050005020304" pitchFamily="18" charset="0"/>
              </a:rPr>
              <a:t>Incineration</a:t>
            </a:r>
            <a:r>
              <a:rPr lang="fr-FR" dirty="0">
                <a:solidFill>
                  <a:schemeClr val="accent3">
                    <a:lumMod val="50000"/>
                  </a:schemeClr>
                </a:solidFill>
                <a:latin typeface="Amasis MT Pro" panose="02040504050005020304" pitchFamily="18" charset="0"/>
              </a:rPr>
              <a:t>  </a:t>
            </a:r>
          </a:p>
        </p:txBody>
      </p:sp>
      <p:pic>
        <p:nvPicPr>
          <p:cNvPr id="11" name="Picture 8" descr="Matières Premières">
            <a:extLst>
              <a:ext uri="{FF2B5EF4-FFF2-40B4-BE49-F238E27FC236}">
                <a16:creationId xmlns:a16="http://schemas.microsoft.com/office/drawing/2014/main" id="{ACB46E91-CF65-6E5D-84E4-9E0F2C7B96CC}"/>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8287" t="41437" r="3737" b="2"/>
          <a:stretch>
            <a:fillRect/>
          </a:stretch>
        </p:blipFill>
        <p:spPr bwMode="auto">
          <a:xfrm>
            <a:off x="3162383" y="3751858"/>
            <a:ext cx="8854360" cy="3890144"/>
          </a:xfrm>
          <a:prstGeom prst="flowChartProcess">
            <a:avLst/>
          </a:prstGeom>
          <a:noFill/>
          <a:extLst>
            <a:ext uri="{909E8E84-426E-40DD-AFC4-6F175D3DCCD1}">
              <a14:hiddenFill xmlns:a14="http://schemas.microsoft.com/office/drawing/2010/main">
                <a:solidFill>
                  <a:srgbClr val="FFFFFF"/>
                </a:solidFill>
              </a14:hiddenFill>
            </a:ext>
          </a:extLst>
        </p:spPr>
      </p:pic>
      <p:pic>
        <p:nvPicPr>
          <p:cNvPr id="12" name="Picture 6" descr="Incinération : plus de 4,6 mille illustrations et dessins de ...">
            <a:extLst>
              <a:ext uri="{FF2B5EF4-FFF2-40B4-BE49-F238E27FC236}">
                <a16:creationId xmlns:a16="http://schemas.microsoft.com/office/drawing/2014/main" id="{959B514A-3DFA-7523-DB68-D8F9FA1919C1}"/>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6408" t="7857" r="4873" b="12857"/>
          <a:stretch>
            <a:fillRect/>
          </a:stretch>
        </p:blipFill>
        <p:spPr bwMode="auto">
          <a:xfrm flipH="1">
            <a:off x="371953" y="6747116"/>
            <a:ext cx="2449470" cy="1571625"/>
          </a:xfrm>
          <a:prstGeom prst="rect">
            <a:avLst/>
          </a:prstGeom>
          <a:noFill/>
          <a:extLst>
            <a:ext uri="{909E8E84-426E-40DD-AFC4-6F175D3DCCD1}">
              <a14:hiddenFill xmlns:a14="http://schemas.microsoft.com/office/drawing/2010/main">
                <a:solidFill>
                  <a:srgbClr val="FFFFFF"/>
                </a:solidFill>
              </a14:hiddenFill>
            </a:ext>
          </a:extLst>
        </p:spPr>
      </p:pic>
      <p:cxnSp>
        <p:nvCxnSpPr>
          <p:cNvPr id="13" name="Conector recto de flecha 30">
            <a:extLst>
              <a:ext uri="{FF2B5EF4-FFF2-40B4-BE49-F238E27FC236}">
                <a16:creationId xmlns:a16="http://schemas.microsoft.com/office/drawing/2014/main" id="{015E5AC1-4247-95D8-9A58-050637E260B5}"/>
              </a:ext>
            </a:extLst>
          </p:cNvPr>
          <p:cNvCxnSpPr>
            <a:cxnSpLocks/>
          </p:cNvCxnSpPr>
          <p:nvPr/>
        </p:nvCxnSpPr>
        <p:spPr>
          <a:xfrm flipH="1">
            <a:off x="2996436" y="6189934"/>
            <a:ext cx="1013814" cy="11363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Conector recto de flecha 31">
            <a:extLst>
              <a:ext uri="{FF2B5EF4-FFF2-40B4-BE49-F238E27FC236}">
                <a16:creationId xmlns:a16="http://schemas.microsoft.com/office/drawing/2014/main" id="{86F875EC-285C-B407-3628-7C2992BFACDB}"/>
              </a:ext>
            </a:extLst>
          </p:cNvPr>
          <p:cNvCxnSpPr>
            <a:cxnSpLocks/>
          </p:cNvCxnSpPr>
          <p:nvPr/>
        </p:nvCxnSpPr>
        <p:spPr>
          <a:xfrm flipH="1" flipV="1">
            <a:off x="2996436" y="7326313"/>
            <a:ext cx="3032412" cy="1210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CuadroTexto 3">
            <a:extLst>
              <a:ext uri="{FF2B5EF4-FFF2-40B4-BE49-F238E27FC236}">
                <a16:creationId xmlns:a16="http://schemas.microsoft.com/office/drawing/2014/main" id="{C12A54A3-0338-ED80-81E7-C13A6D85547E}"/>
              </a:ext>
            </a:extLst>
          </p:cNvPr>
          <p:cNvSpPr txBox="1"/>
          <p:nvPr/>
        </p:nvSpPr>
        <p:spPr>
          <a:xfrm>
            <a:off x="4227932" y="7447367"/>
            <a:ext cx="1950318" cy="369332"/>
          </a:xfrm>
          <a:prstGeom prst="rect">
            <a:avLst/>
          </a:prstGeom>
          <a:noFill/>
        </p:spPr>
        <p:txBody>
          <a:bodyPr wrap="square" rtlCol="0">
            <a:spAutoFit/>
          </a:bodyPr>
          <a:lstStyle/>
          <a:p>
            <a:r>
              <a:rPr lang="fr-FR" dirty="0" err="1">
                <a:solidFill>
                  <a:schemeClr val="accent3">
                    <a:lumMod val="50000"/>
                  </a:schemeClr>
                </a:solidFill>
                <a:latin typeface="Amasis MT Pro" panose="02040504050005020304" pitchFamily="18" charset="0"/>
              </a:rPr>
              <a:t>Residual</a:t>
            </a:r>
            <a:r>
              <a:rPr lang="fr-FR" dirty="0">
                <a:solidFill>
                  <a:schemeClr val="accent3">
                    <a:lumMod val="50000"/>
                  </a:schemeClr>
                </a:solidFill>
                <a:latin typeface="Amasis MT Pro" panose="02040504050005020304" pitchFamily="18" charset="0"/>
              </a:rPr>
              <a:t> </a:t>
            </a:r>
            <a:r>
              <a:rPr lang="fr-FR" dirty="0" err="1">
                <a:solidFill>
                  <a:schemeClr val="accent3">
                    <a:lumMod val="50000"/>
                  </a:schemeClr>
                </a:solidFill>
                <a:latin typeface="Amasis MT Pro" panose="02040504050005020304" pitchFamily="18" charset="0"/>
              </a:rPr>
              <a:t>waste</a:t>
            </a:r>
            <a:endParaRPr lang="fr-FR" dirty="0">
              <a:solidFill>
                <a:schemeClr val="accent3">
                  <a:lumMod val="50000"/>
                </a:schemeClr>
              </a:solidFill>
              <a:latin typeface="Amasis MT Pro" panose="02040504050005020304" pitchFamily="18" charset="0"/>
            </a:endParaRPr>
          </a:p>
        </p:txBody>
      </p:sp>
      <p:sp>
        <p:nvSpPr>
          <p:cNvPr id="16" name="CuadroTexto 4">
            <a:extLst>
              <a:ext uri="{FF2B5EF4-FFF2-40B4-BE49-F238E27FC236}">
                <a16:creationId xmlns:a16="http://schemas.microsoft.com/office/drawing/2014/main" id="{162812AA-1CCD-8D62-2F68-3BF5B0097066}"/>
              </a:ext>
            </a:extLst>
          </p:cNvPr>
          <p:cNvSpPr txBox="1"/>
          <p:nvPr/>
        </p:nvSpPr>
        <p:spPr>
          <a:xfrm>
            <a:off x="3503342" y="6660169"/>
            <a:ext cx="2022497" cy="369332"/>
          </a:xfrm>
          <a:prstGeom prst="rect">
            <a:avLst/>
          </a:prstGeom>
          <a:noFill/>
        </p:spPr>
        <p:txBody>
          <a:bodyPr wrap="square" rtlCol="0">
            <a:spAutoFit/>
          </a:bodyPr>
          <a:lstStyle/>
          <a:p>
            <a:r>
              <a:rPr lang="fr-FR" dirty="0" err="1">
                <a:solidFill>
                  <a:schemeClr val="accent3">
                    <a:lumMod val="50000"/>
                  </a:schemeClr>
                </a:solidFill>
                <a:latin typeface="Amasis MT Pro" panose="02040504050005020304" pitchFamily="18" charset="0"/>
              </a:rPr>
              <a:t>Sorting</a:t>
            </a:r>
            <a:r>
              <a:rPr lang="fr-FR" dirty="0">
                <a:solidFill>
                  <a:schemeClr val="accent3">
                    <a:lumMod val="50000"/>
                  </a:schemeClr>
                </a:solidFill>
                <a:latin typeface="Amasis MT Pro" panose="02040504050005020304" pitchFamily="18" charset="0"/>
              </a:rPr>
              <a:t> </a:t>
            </a:r>
            <a:r>
              <a:rPr lang="fr-FR" dirty="0" err="1">
                <a:solidFill>
                  <a:schemeClr val="accent3">
                    <a:lumMod val="50000"/>
                  </a:schemeClr>
                </a:solidFill>
                <a:latin typeface="Amasis MT Pro" panose="02040504050005020304" pitchFamily="18" charset="0"/>
              </a:rPr>
              <a:t>residues</a:t>
            </a:r>
            <a:endParaRPr lang="fr-FR" dirty="0">
              <a:solidFill>
                <a:schemeClr val="accent3">
                  <a:lumMod val="50000"/>
                </a:schemeClr>
              </a:solidFill>
              <a:latin typeface="Amasis MT Pro" panose="02040504050005020304" pitchFamily="18" charset="0"/>
            </a:endParaRPr>
          </a:p>
        </p:txBody>
      </p:sp>
      <p:sp>
        <p:nvSpPr>
          <p:cNvPr id="17" name="CuadroTexto 8">
            <a:extLst>
              <a:ext uri="{FF2B5EF4-FFF2-40B4-BE49-F238E27FC236}">
                <a16:creationId xmlns:a16="http://schemas.microsoft.com/office/drawing/2014/main" id="{3A143E22-A33C-A1C9-55A6-7FDDC71C6AE3}"/>
              </a:ext>
            </a:extLst>
          </p:cNvPr>
          <p:cNvSpPr txBox="1"/>
          <p:nvPr/>
        </p:nvSpPr>
        <p:spPr>
          <a:xfrm>
            <a:off x="5260668" y="6367220"/>
            <a:ext cx="1038788" cy="523220"/>
          </a:xfrm>
          <a:prstGeom prst="rect">
            <a:avLst/>
          </a:prstGeom>
          <a:noFill/>
        </p:spPr>
        <p:txBody>
          <a:bodyPr wrap="square" rtlCol="0">
            <a:spAutoFit/>
          </a:bodyPr>
          <a:lstStyle/>
          <a:p>
            <a:r>
              <a:rPr lang="fr-FR" sz="2800" b="1" dirty="0">
                <a:solidFill>
                  <a:srgbClr val="FF0000"/>
                </a:solidFill>
                <a:latin typeface="Amasis MT Pro" panose="02040504050005020304" pitchFamily="18" charset="0"/>
                <a:cs typeface="Times New Roman" panose="02020603050405020304" pitchFamily="18" charset="0"/>
              </a:rPr>
              <a:t>26%</a:t>
            </a:r>
          </a:p>
        </p:txBody>
      </p:sp>
      <p:sp>
        <p:nvSpPr>
          <p:cNvPr id="18" name="CuadroTexto 8">
            <a:extLst>
              <a:ext uri="{FF2B5EF4-FFF2-40B4-BE49-F238E27FC236}">
                <a16:creationId xmlns:a16="http://schemas.microsoft.com/office/drawing/2014/main" id="{293311F8-DB77-D096-4EF7-621A7BB4597C}"/>
              </a:ext>
            </a:extLst>
          </p:cNvPr>
          <p:cNvSpPr txBox="1"/>
          <p:nvPr/>
        </p:nvSpPr>
        <p:spPr>
          <a:xfrm>
            <a:off x="7279266" y="6792591"/>
            <a:ext cx="823660" cy="584775"/>
          </a:xfrm>
          <a:prstGeom prst="rect">
            <a:avLst/>
          </a:prstGeom>
          <a:noFill/>
        </p:spPr>
        <p:txBody>
          <a:bodyPr wrap="square" rtlCol="0">
            <a:spAutoFit/>
          </a:bodyPr>
          <a:lstStyle/>
          <a:p>
            <a:r>
              <a:rPr lang="fr-FR" sz="3200" b="1" dirty="0">
                <a:solidFill>
                  <a:srgbClr val="FF0000"/>
                </a:solidFill>
                <a:latin typeface="Amasis MT Pro" panose="02040504050005020304" pitchFamily="18" charset="0"/>
                <a:cs typeface="Times New Roman" panose="02020603050405020304" pitchFamily="18" charset="0"/>
              </a:rPr>
              <a:t>?%</a:t>
            </a:r>
          </a:p>
        </p:txBody>
      </p:sp>
      <p:sp>
        <p:nvSpPr>
          <p:cNvPr id="20" name="CuadroTexto 8">
            <a:extLst>
              <a:ext uri="{FF2B5EF4-FFF2-40B4-BE49-F238E27FC236}">
                <a16:creationId xmlns:a16="http://schemas.microsoft.com/office/drawing/2014/main" id="{1240D261-18E3-1BAA-EAE4-02D71ECC6F50}"/>
              </a:ext>
            </a:extLst>
          </p:cNvPr>
          <p:cNvSpPr txBox="1"/>
          <p:nvPr/>
        </p:nvSpPr>
        <p:spPr>
          <a:xfrm>
            <a:off x="617852" y="5724846"/>
            <a:ext cx="2501967" cy="1107996"/>
          </a:xfrm>
          <a:prstGeom prst="rect">
            <a:avLst/>
          </a:prstGeom>
          <a:noFill/>
        </p:spPr>
        <p:txBody>
          <a:bodyPr wrap="square" rtlCol="0">
            <a:spAutoFit/>
          </a:bodyPr>
          <a:lstStyle/>
          <a:p>
            <a:r>
              <a:rPr lang="fr-FR" sz="6600" b="1" dirty="0">
                <a:solidFill>
                  <a:srgbClr val="FF0000"/>
                </a:solidFill>
                <a:latin typeface="Amasis MT Pro" panose="02040504050005020304" pitchFamily="18" charset="0"/>
                <a:cs typeface="Times New Roman" panose="02020603050405020304" pitchFamily="18" charset="0"/>
              </a:rPr>
              <a:t>80%</a:t>
            </a:r>
          </a:p>
        </p:txBody>
      </p:sp>
      <p:sp>
        <p:nvSpPr>
          <p:cNvPr id="4" name="TextBox 3">
            <a:extLst>
              <a:ext uri="{FF2B5EF4-FFF2-40B4-BE49-F238E27FC236}">
                <a16:creationId xmlns:a16="http://schemas.microsoft.com/office/drawing/2014/main" id="{03DF9A8A-699E-3302-1653-000CE5D804F4}"/>
              </a:ext>
            </a:extLst>
          </p:cNvPr>
          <p:cNvSpPr txBox="1"/>
          <p:nvPr/>
        </p:nvSpPr>
        <p:spPr>
          <a:xfrm>
            <a:off x="12357703" y="2204227"/>
            <a:ext cx="5207514" cy="5693866"/>
          </a:xfrm>
          <a:prstGeom prst="rect">
            <a:avLst/>
          </a:prstGeom>
          <a:noFill/>
        </p:spPr>
        <p:txBody>
          <a:bodyPr wrap="square" rtlCol="0">
            <a:spAutoFit/>
          </a:bodyPr>
          <a:lstStyle/>
          <a:p>
            <a:pPr algn="just"/>
            <a:r>
              <a:rPr lang="en-US" sz="2800" dirty="0">
                <a:solidFill>
                  <a:schemeClr val="accent3">
                    <a:lumMod val="50000"/>
                  </a:schemeClr>
                </a:solidFill>
                <a:latin typeface="Amasis MT Pro" panose="02040504050005020304" pitchFamily="18" charset="0"/>
                <a:cs typeface="Times New Roman" panose="02020603050405020304" pitchFamily="18" charset="0"/>
              </a:rPr>
              <a:t>Case Study: Paris Region</a:t>
            </a:r>
          </a:p>
          <a:p>
            <a:pPr algn="just"/>
            <a:endParaRPr lang="en-US" sz="2800" dirty="0">
              <a:solidFill>
                <a:schemeClr val="accent3">
                  <a:lumMod val="50000"/>
                </a:schemeClr>
              </a:solidFill>
              <a:latin typeface="Amasis MT Pro" panose="020405040500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solidFill>
                  <a:schemeClr val="accent3">
                    <a:lumMod val="50000"/>
                  </a:schemeClr>
                </a:solidFill>
                <a:latin typeface="Amasis MT Pro" panose="02040504050005020304" pitchFamily="18" charset="0"/>
                <a:cs typeface="Times New Roman" panose="02020603050405020304" pitchFamily="18" charset="0"/>
              </a:rPr>
              <a:t>Only </a:t>
            </a:r>
            <a:r>
              <a:rPr lang="en-US" sz="2800" b="1" dirty="0">
                <a:solidFill>
                  <a:schemeClr val="accent3">
                    <a:lumMod val="50000"/>
                  </a:schemeClr>
                </a:solidFill>
                <a:latin typeface="Amasis MT Pro" panose="02040504050005020304" pitchFamily="18" charset="0"/>
                <a:cs typeface="Times New Roman" panose="02020603050405020304" pitchFamily="18" charset="0"/>
              </a:rPr>
              <a:t>26%</a:t>
            </a:r>
            <a:r>
              <a:rPr lang="en-US" sz="2800" dirty="0">
                <a:solidFill>
                  <a:schemeClr val="accent3">
                    <a:lumMod val="50000"/>
                  </a:schemeClr>
                </a:solidFill>
                <a:latin typeface="Amasis MT Pro" panose="02040504050005020304" pitchFamily="18" charset="0"/>
                <a:cs typeface="Times New Roman" panose="02020603050405020304" pitchFamily="18" charset="0"/>
              </a:rPr>
              <a:t> of plastic packaging is sent to sorting facilities.</a:t>
            </a:r>
          </a:p>
          <a:p>
            <a:pPr marL="457200" indent="-457200" algn="just">
              <a:buFont typeface="Arial" panose="020B0604020202020204" pitchFamily="34" charset="0"/>
              <a:buChar char="•"/>
            </a:pPr>
            <a:endParaRPr lang="en-US" sz="2800" dirty="0">
              <a:solidFill>
                <a:schemeClr val="accent3">
                  <a:lumMod val="50000"/>
                </a:schemeClr>
              </a:solidFill>
              <a:latin typeface="Amasis MT Pro" panose="020405040500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solidFill>
                  <a:schemeClr val="accent3">
                    <a:lumMod val="50000"/>
                  </a:schemeClr>
                </a:solidFill>
                <a:latin typeface="Amasis MT Pro" panose="02040504050005020304" pitchFamily="18" charset="0"/>
                <a:cs typeface="Times New Roman" panose="02020603050405020304" pitchFamily="18" charset="0"/>
              </a:rPr>
              <a:t>Around </a:t>
            </a:r>
            <a:r>
              <a:rPr lang="en-US" sz="2800" b="1" dirty="0">
                <a:solidFill>
                  <a:schemeClr val="accent3">
                    <a:lumMod val="50000"/>
                  </a:schemeClr>
                </a:solidFill>
                <a:latin typeface="Amasis MT Pro" panose="02040504050005020304" pitchFamily="18" charset="0"/>
                <a:cs typeface="Times New Roman" panose="02020603050405020304" pitchFamily="18" charset="0"/>
              </a:rPr>
              <a:t>80%</a:t>
            </a:r>
            <a:r>
              <a:rPr lang="en-US" sz="2800" dirty="0">
                <a:solidFill>
                  <a:schemeClr val="accent3">
                    <a:lumMod val="50000"/>
                  </a:schemeClr>
                </a:solidFill>
                <a:latin typeface="Amasis MT Pro" panose="02040504050005020304" pitchFamily="18" charset="0"/>
                <a:cs typeface="Times New Roman" panose="02020603050405020304" pitchFamily="18" charset="0"/>
              </a:rPr>
              <a:t> of plastic waste is ultimately incinerated.</a:t>
            </a:r>
          </a:p>
          <a:p>
            <a:pPr marL="457200" indent="-457200" algn="just">
              <a:buFont typeface="Arial" panose="020B0604020202020204" pitchFamily="34" charset="0"/>
              <a:buChar char="•"/>
            </a:pPr>
            <a:endParaRPr lang="en-US" sz="2800" dirty="0">
              <a:solidFill>
                <a:schemeClr val="accent3">
                  <a:lumMod val="50000"/>
                </a:schemeClr>
              </a:solidFill>
              <a:latin typeface="Amasis MT Pro" panose="020405040500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solidFill>
                  <a:schemeClr val="accent3">
                    <a:lumMod val="50000"/>
                  </a:schemeClr>
                </a:solidFill>
                <a:latin typeface="Amasis MT Pro" panose="02040504050005020304" pitchFamily="18" charset="0"/>
                <a:cs typeface="Times New Roman" panose="02020603050405020304" pitchFamily="18" charset="0"/>
              </a:rPr>
              <a:t>Current waste management systems </a:t>
            </a:r>
            <a:r>
              <a:rPr lang="en-US" sz="2800" b="1" dirty="0">
                <a:solidFill>
                  <a:schemeClr val="accent3">
                    <a:lumMod val="50000"/>
                  </a:schemeClr>
                </a:solidFill>
                <a:latin typeface="Amasis MT Pro" panose="02040504050005020304" pitchFamily="18" charset="0"/>
                <a:cs typeface="Times New Roman" panose="02020603050405020304" pitchFamily="18" charset="0"/>
              </a:rPr>
              <a:t>lack traceability </a:t>
            </a:r>
            <a:r>
              <a:rPr lang="en-US" sz="2800" dirty="0">
                <a:solidFill>
                  <a:schemeClr val="accent3">
                    <a:lumMod val="50000"/>
                  </a:schemeClr>
                </a:solidFill>
                <a:latin typeface="Amasis MT Pro" panose="02040504050005020304" pitchFamily="18" charset="0"/>
                <a:cs typeface="Times New Roman" panose="02020603050405020304" pitchFamily="18" charset="0"/>
              </a:rPr>
              <a:t>between consumption, sorting, and recycling.</a:t>
            </a:r>
            <a:r>
              <a:rPr lang="fr-FR" sz="2800" dirty="0">
                <a:solidFill>
                  <a:schemeClr val="accent3">
                    <a:lumMod val="50000"/>
                  </a:schemeClr>
                </a:solidFill>
                <a:latin typeface="Amasis MT Pro" panose="02040504050005020304" pitchFamily="18" charset="0"/>
                <a:cs typeface="Times New Roman" panose="02020603050405020304" pitchFamily="18" charset="0"/>
              </a:rPr>
              <a:t> </a:t>
            </a:r>
            <a:endParaRPr lang="en-US" sz="2800" dirty="0">
              <a:solidFill>
                <a:schemeClr val="accent3">
                  <a:lumMod val="50000"/>
                </a:schemeClr>
              </a:solidFill>
              <a:latin typeface="Amasis MT Pro" panose="02040504050005020304" pitchFamily="18" charset="0"/>
              <a:cs typeface="Times New Roman" panose="02020603050405020304" pitchFamily="18" charset="0"/>
            </a:endParaRPr>
          </a:p>
        </p:txBody>
      </p:sp>
      <p:sp>
        <p:nvSpPr>
          <p:cNvPr id="5" name="CuadroTexto 11">
            <a:extLst>
              <a:ext uri="{FF2B5EF4-FFF2-40B4-BE49-F238E27FC236}">
                <a16:creationId xmlns:a16="http://schemas.microsoft.com/office/drawing/2014/main" id="{899190F7-69DD-FD74-569B-4749D7D8E973}"/>
              </a:ext>
            </a:extLst>
          </p:cNvPr>
          <p:cNvSpPr txBox="1"/>
          <p:nvPr/>
        </p:nvSpPr>
        <p:spPr>
          <a:xfrm>
            <a:off x="3026799" y="9042578"/>
            <a:ext cx="12234402" cy="830997"/>
          </a:xfrm>
          <a:prstGeom prst="rect">
            <a:avLst/>
          </a:prstGeom>
          <a:noFill/>
        </p:spPr>
        <p:txBody>
          <a:bodyPr wrap="square" rtlCol="0">
            <a:spAutoFit/>
          </a:bodyPr>
          <a:lstStyle/>
          <a:p>
            <a:pPr algn="ctr"/>
            <a:r>
              <a:rPr lang="en-US" sz="2400" dirty="0">
                <a:solidFill>
                  <a:schemeClr val="accent3">
                    <a:lumMod val="50000"/>
                  </a:schemeClr>
                </a:solidFill>
                <a:latin typeface="Amasis MT Pro" panose="02040504050005020304" pitchFamily="18" charset="0"/>
                <a:cs typeface="Times New Roman" panose="02020603050405020304" pitchFamily="18" charset="0"/>
              </a:rPr>
              <a:t>Analysis of Plastic Waste Flows for the Design of Local Recycling Strategies</a:t>
            </a:r>
          </a:p>
          <a:p>
            <a:pPr algn="ctr"/>
            <a:r>
              <a:rPr lang="en-US" sz="2400" dirty="0">
                <a:solidFill>
                  <a:schemeClr val="accent3">
                    <a:lumMod val="50000"/>
                  </a:schemeClr>
                </a:solidFill>
                <a:latin typeface="Amasis MT Pro" panose="02040504050005020304" pitchFamily="18" charset="0"/>
                <a:cs typeface="Times New Roman" panose="02020603050405020304" pitchFamily="18" charset="0"/>
              </a:rPr>
              <a:t>Source: Ph.D. Thesis, Cáceres Mendoza (2026).</a:t>
            </a:r>
            <a:endParaRPr lang="fr-FR" sz="2400" dirty="0">
              <a:solidFill>
                <a:schemeClr val="accent3">
                  <a:lumMod val="50000"/>
                </a:schemeClr>
              </a:solidFill>
              <a:latin typeface="Amasis MT Pro" panose="02040504050005020304" pitchFamily="18" charset="0"/>
              <a:cs typeface="Times New Roman" panose="02020603050405020304" pitchFamily="18" charset="0"/>
            </a:endParaRPr>
          </a:p>
        </p:txBody>
      </p:sp>
      <p:sp>
        <p:nvSpPr>
          <p:cNvPr id="24" name="Slide Number Placeholder 16">
            <a:extLst>
              <a:ext uri="{FF2B5EF4-FFF2-40B4-BE49-F238E27FC236}">
                <a16:creationId xmlns:a16="http://schemas.microsoft.com/office/drawing/2014/main" id="{48115776-A10F-4BF5-A55F-5D22DEE8FDA0}"/>
              </a:ext>
            </a:extLst>
          </p:cNvPr>
          <p:cNvSpPr>
            <a:spLocks noGrp="1"/>
          </p:cNvSpPr>
          <p:nvPr>
            <p:ph type="sldNum" sz="quarter" idx="12"/>
          </p:nvPr>
        </p:nvSpPr>
        <p:spPr>
          <a:xfrm>
            <a:off x="16009663" y="9824662"/>
            <a:ext cx="2133600" cy="365125"/>
          </a:xfrm>
        </p:spPr>
        <p:txBody>
          <a:bodyPr/>
          <a:lstStyle/>
          <a:p>
            <a:fld id="{B6F15528-21DE-4FAA-801E-634DDDAF4B2B}" type="slidenum">
              <a:rPr lang="en-US" smtClean="0"/>
              <a:pPr/>
              <a:t>5</a:t>
            </a:fld>
            <a:endParaRPr lang="en-US"/>
          </a:p>
        </p:txBody>
      </p:sp>
    </p:spTree>
    <p:extLst>
      <p:ext uri="{BB962C8B-B14F-4D97-AF65-F5344CB8AC3E}">
        <p14:creationId xmlns:p14="http://schemas.microsoft.com/office/powerpoint/2010/main" val="19711173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64A00F-B527-2A92-2A1E-82F421B4089B}"/>
            </a:ext>
          </a:extLst>
        </p:cNvPr>
        <p:cNvGrpSpPr/>
        <p:nvPr/>
      </p:nvGrpSpPr>
      <p:grpSpPr>
        <a:xfrm>
          <a:off x="0" y="0"/>
          <a:ext cx="0" cy="0"/>
          <a:chOff x="0" y="0"/>
          <a:chExt cx="0" cy="0"/>
        </a:xfrm>
      </p:grpSpPr>
      <p:sp>
        <p:nvSpPr>
          <p:cNvPr id="23" name="Rectángulo 22">
            <a:extLst>
              <a:ext uri="{FF2B5EF4-FFF2-40B4-BE49-F238E27FC236}">
                <a16:creationId xmlns:a16="http://schemas.microsoft.com/office/drawing/2014/main" id="{AB5B2EEC-9A4D-B5B3-11CF-07D2B4C54418}"/>
              </a:ext>
            </a:extLst>
          </p:cNvPr>
          <p:cNvSpPr/>
          <p:nvPr/>
        </p:nvSpPr>
        <p:spPr>
          <a:xfrm>
            <a:off x="0" y="-3921"/>
            <a:ext cx="18288000" cy="1700412"/>
          </a:xfrm>
          <a:prstGeom prst="rect">
            <a:avLst/>
          </a:prstGeom>
          <a:gradFill flip="none" rotWithShape="1">
            <a:gsLst>
              <a:gs pos="0">
                <a:srgbClr val="445240"/>
              </a:gs>
              <a:gs pos="88000">
                <a:srgbClr val="445240">
                  <a:alpha val="17000"/>
                </a:srgbClr>
              </a:gs>
              <a:gs pos="54000">
                <a:srgbClr val="445240">
                  <a:alpha val="64000"/>
                </a:srgbClr>
              </a:gs>
              <a:gs pos="74000">
                <a:srgbClr val="445240">
                  <a:alpha val="49000"/>
                </a:srgbClr>
              </a:gs>
              <a:gs pos="100000">
                <a:srgbClr val="445240">
                  <a:alpha val="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 name="Picture 12" descr="A green number with a white background&#10;&#10;Description automatically generated">
            <a:extLst>
              <a:ext uri="{FF2B5EF4-FFF2-40B4-BE49-F238E27FC236}">
                <a16:creationId xmlns:a16="http://schemas.microsoft.com/office/drawing/2014/main" id="{3D404E56-A627-FCA4-F5E0-9328A2901614}"/>
              </a:ext>
            </a:extLst>
          </p:cNvPr>
          <p:cNvPicPr>
            <a:picLocks noChangeAspect="1"/>
          </p:cNvPicPr>
          <p:nvPr/>
        </p:nvPicPr>
        <p:blipFill>
          <a:blip r:embed="rId3" cstate="print">
            <a:biLevel thresh="25000"/>
            <a:extLst>
              <a:ext uri="{BEBA8EAE-BF5A-486C-A8C5-ECC9F3942E4B}">
                <a14:imgProps xmlns:a14="http://schemas.microsoft.com/office/drawing/2010/main">
                  <a14:imgLayer r:embed="rId4">
                    <a14:imgEffect>
                      <a14:backgroundRemoval t="14524" b="87143" l="1586" r="97260">
                        <a14:foregroundMark x1="16078" y1="39286" x2="16078" y2="39286"/>
                        <a14:foregroundMark x1="6849" y1="41905" x2="6849" y2="41905"/>
                        <a14:foregroundMark x1="50180" y1="55238" x2="50180" y2="55238"/>
                        <a14:foregroundMark x1="30209" y1="87143" x2="30209" y2="87143"/>
                        <a14:foregroundMark x1="60923" y1="54762" x2="60923" y2="54762"/>
                        <a14:foregroundMark x1="72675" y1="57857" x2="72675" y2="57857"/>
                        <a14:foregroundMark x1="89257" y1="44048" x2="89257" y2="44048"/>
                        <a14:foregroundMark x1="97404" y1="31667" x2="97404" y2="31667"/>
                        <a14:foregroundMark x1="5479" y1="62381" x2="5479" y2="62381"/>
                        <a14:foregroundMark x1="1586" y1="84762" x2="1586" y2="84762"/>
                      </a14:backgroundRemoval>
                    </a14:imgEffect>
                    <a14:imgEffect>
                      <a14:artisticTexturizer/>
                    </a14:imgEffect>
                    <a14:imgEffect>
                      <a14:saturation sat="33000"/>
                    </a14:imgEffect>
                  </a14:imgLayer>
                </a14:imgProps>
              </a:ext>
              <a:ext uri="{28A0092B-C50C-407E-A947-70E740481C1C}">
                <a14:useLocalDpi xmlns:a14="http://schemas.microsoft.com/office/drawing/2010/main" val="0"/>
              </a:ext>
            </a:extLst>
          </a:blip>
          <a:srcRect l="486" t="6154" r="583" b="7919"/>
          <a:stretch>
            <a:fillRect/>
          </a:stretch>
        </p:blipFill>
        <p:spPr>
          <a:xfrm>
            <a:off x="14206789" y="159703"/>
            <a:ext cx="3738723" cy="983295"/>
          </a:xfrm>
          <a:prstGeom prst="rect">
            <a:avLst/>
          </a:prstGeom>
        </p:spPr>
      </p:pic>
      <p:sp>
        <p:nvSpPr>
          <p:cNvPr id="3" name="CuadroTexto 2">
            <a:extLst>
              <a:ext uri="{FF2B5EF4-FFF2-40B4-BE49-F238E27FC236}">
                <a16:creationId xmlns:a16="http://schemas.microsoft.com/office/drawing/2014/main" id="{E8BEA09F-8C47-05FD-3738-88573DD9A381}"/>
              </a:ext>
            </a:extLst>
          </p:cNvPr>
          <p:cNvSpPr txBox="1"/>
          <p:nvPr/>
        </p:nvSpPr>
        <p:spPr>
          <a:xfrm>
            <a:off x="420857" y="117133"/>
            <a:ext cx="13191904" cy="1323439"/>
          </a:xfrm>
          <a:prstGeom prst="rect">
            <a:avLst/>
          </a:prstGeom>
          <a:noFill/>
        </p:spPr>
        <p:txBody>
          <a:bodyPr wrap="square" rtlCol="0">
            <a:spAutoFit/>
          </a:bodyPr>
          <a:lstStyle/>
          <a:p>
            <a:pPr algn="ctr"/>
            <a:r>
              <a:rPr lang="fr-FR" sz="8000" dirty="0">
                <a:solidFill>
                  <a:schemeClr val="bg1"/>
                </a:solidFill>
                <a:latin typeface="Arial" panose="020B0604020202020204" pitchFamily="34" charset="0"/>
                <a:cs typeface="Arial" panose="020B0604020202020204" pitchFamily="34" charset="0"/>
              </a:rPr>
              <a:t>The Project </a:t>
            </a:r>
          </a:p>
        </p:txBody>
      </p:sp>
      <p:pic>
        <p:nvPicPr>
          <p:cNvPr id="1026" name="Picture 2">
            <a:extLst>
              <a:ext uri="{FF2B5EF4-FFF2-40B4-BE49-F238E27FC236}">
                <a16:creationId xmlns:a16="http://schemas.microsoft.com/office/drawing/2014/main" id="{5BBDFEA9-68B7-CD80-0B4F-17C7DDCB3FF9}"/>
              </a:ext>
            </a:extLst>
          </p:cNvPr>
          <p:cNvPicPr>
            <a:picLocks noChangeAspect="1" noChangeArrowheads="1"/>
          </p:cNvPicPr>
          <p:nvPr/>
        </p:nvPicPr>
        <p:blipFill rotWithShape="1">
          <a:blip r:embed="rId5" cstate="print">
            <a:extLst>
              <a:ext uri="{BEBA8EAE-BF5A-486C-A8C5-ECC9F3942E4B}">
                <a14:imgProps xmlns:a14="http://schemas.microsoft.com/office/drawing/2010/main">
                  <a14:imgLayer r:embed="rId6">
                    <a14:imgEffect>
                      <a14:backgroundRemoval t="10000" b="90000" l="10000" r="90000"/>
                    </a14:imgEffect>
                  </a14:imgLayer>
                </a14:imgProps>
              </a:ext>
              <a:ext uri="{28A0092B-C50C-407E-A947-70E740481C1C}">
                <a14:useLocalDpi xmlns:a14="http://schemas.microsoft.com/office/drawing/2010/main" val="0"/>
              </a:ext>
            </a:extLst>
          </a:blip>
          <a:srcRect r="7404" b="6093"/>
          <a:stretch>
            <a:fillRect/>
          </a:stretch>
        </p:blipFill>
        <p:spPr bwMode="auto">
          <a:xfrm>
            <a:off x="2073606" y="2131096"/>
            <a:ext cx="9480020" cy="6363548"/>
          </a:xfrm>
          <a:prstGeom prst="rect">
            <a:avLst/>
          </a:prstGeom>
          <a:noFill/>
          <a:extLst>
            <a:ext uri="{909E8E84-426E-40DD-AFC4-6F175D3DCCD1}">
              <a14:hiddenFill xmlns:a14="http://schemas.microsoft.com/office/drawing/2010/main">
                <a:solidFill>
                  <a:srgbClr val="FFFFFF"/>
                </a:solidFill>
              </a14:hiddenFill>
            </a:ext>
          </a:extLst>
        </p:spPr>
      </p:pic>
      <p:pic>
        <p:nvPicPr>
          <p:cNvPr id="13" name="Imagen 3" descr="Interfaz de usuario gráfica, Texto, Aplicación&#10;&#10;Descripción generada automáticamente">
            <a:extLst>
              <a:ext uri="{FF2B5EF4-FFF2-40B4-BE49-F238E27FC236}">
                <a16:creationId xmlns:a16="http://schemas.microsoft.com/office/drawing/2014/main" id="{7F60AE8F-61F9-36FE-6B21-80BE0740A7FA}"/>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473226" y="6353239"/>
            <a:ext cx="1041122" cy="1978962"/>
          </a:xfrm>
          <a:prstGeom prst="rect">
            <a:avLst/>
          </a:prstGeom>
        </p:spPr>
      </p:pic>
      <p:pic>
        <p:nvPicPr>
          <p:cNvPr id="14" name="Picture 13" descr="A green number with a white background&#10;&#10;Description automatically generated">
            <a:extLst>
              <a:ext uri="{FF2B5EF4-FFF2-40B4-BE49-F238E27FC236}">
                <a16:creationId xmlns:a16="http://schemas.microsoft.com/office/drawing/2014/main" id="{50BE5963-5259-A5D0-2988-794643874F2C}"/>
              </a:ext>
            </a:extLst>
          </p:cNvPr>
          <p:cNvPicPr>
            <a:picLocks noChangeAspect="1"/>
          </p:cNvPicPr>
          <p:nvPr/>
        </p:nvPicPr>
        <p:blipFill>
          <a:blip r:embed="rId8" cstate="print">
            <a:extLst>
              <a:ext uri="{BEBA8EAE-BF5A-486C-A8C5-ECC9F3942E4B}">
                <a14:imgProps xmlns:a14="http://schemas.microsoft.com/office/drawing/2010/main">
                  <a14:imgLayer r:embed="rId4">
                    <a14:imgEffect>
                      <a14:colorTemperature colorTemp="5900"/>
                    </a14:imgEffect>
                    <a14:imgEffect>
                      <a14:saturation sat="33000"/>
                    </a14:imgEffect>
                  </a14:imgLayer>
                </a14:imgProps>
              </a:ext>
              <a:ext uri="{28A0092B-C50C-407E-A947-70E740481C1C}">
                <a14:useLocalDpi xmlns:a14="http://schemas.microsoft.com/office/drawing/2010/main" val="0"/>
              </a:ext>
            </a:extLst>
          </a:blip>
          <a:srcRect l="486" t="6154" r="583" b="7919"/>
          <a:stretch>
            <a:fillRect/>
          </a:stretch>
        </p:blipFill>
        <p:spPr>
          <a:xfrm>
            <a:off x="5541274" y="4815479"/>
            <a:ext cx="3088692" cy="812336"/>
          </a:xfrm>
          <a:prstGeom prst="rect">
            <a:avLst/>
          </a:prstGeom>
        </p:spPr>
      </p:pic>
      <p:sp>
        <p:nvSpPr>
          <p:cNvPr id="15" name="Slide Number Placeholder 16">
            <a:extLst>
              <a:ext uri="{FF2B5EF4-FFF2-40B4-BE49-F238E27FC236}">
                <a16:creationId xmlns:a16="http://schemas.microsoft.com/office/drawing/2014/main" id="{0313A820-F92F-4DAC-B4D6-E0A98F0A733E}"/>
              </a:ext>
            </a:extLst>
          </p:cNvPr>
          <p:cNvSpPr txBox="1">
            <a:spLocks/>
          </p:cNvSpPr>
          <p:nvPr/>
        </p:nvSpPr>
        <p:spPr>
          <a:xfrm>
            <a:off x="16009663" y="9824662"/>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6</a:t>
            </a:fld>
            <a:endParaRPr lang="en-US"/>
          </a:p>
        </p:txBody>
      </p:sp>
      <p:pic>
        <p:nvPicPr>
          <p:cNvPr id="6" name="Picture 5">
            <a:extLst>
              <a:ext uri="{FF2B5EF4-FFF2-40B4-BE49-F238E27FC236}">
                <a16:creationId xmlns:a16="http://schemas.microsoft.com/office/drawing/2014/main" id="{A5E4A057-7D6C-6C0F-66B5-A420B682BBF2}"/>
              </a:ext>
            </a:extLst>
          </p:cNvPr>
          <p:cNvPicPr>
            <a:picLocks noChangeAspect="1"/>
          </p:cNvPicPr>
          <p:nvPr/>
        </p:nvPicPr>
        <p:blipFill>
          <a:blip r:embed="rId9" cstate="print">
            <a:extLst>
              <a:ext uri="{28A0092B-C50C-407E-A947-70E740481C1C}">
                <a14:useLocalDpi xmlns:a14="http://schemas.microsoft.com/office/drawing/2010/main" val="0"/>
              </a:ext>
            </a:extLst>
          </a:blip>
          <a:srcRect l="32480" t="14003" r="32150" b="19885"/>
          <a:stretch>
            <a:fillRect/>
          </a:stretch>
        </p:blipFill>
        <p:spPr>
          <a:xfrm>
            <a:off x="6495491" y="8269343"/>
            <a:ext cx="933016" cy="1743952"/>
          </a:xfrm>
          <a:prstGeom prst="rect">
            <a:avLst/>
          </a:prstGeom>
        </p:spPr>
      </p:pic>
      <p:cxnSp>
        <p:nvCxnSpPr>
          <p:cNvPr id="11" name="Straight Arrow Connector 10">
            <a:extLst>
              <a:ext uri="{FF2B5EF4-FFF2-40B4-BE49-F238E27FC236}">
                <a16:creationId xmlns:a16="http://schemas.microsoft.com/office/drawing/2014/main" id="{B69444A4-3519-4DCD-C735-2E0E4A9EC2D9}"/>
              </a:ext>
            </a:extLst>
          </p:cNvPr>
          <p:cNvCxnSpPr>
            <a:cxnSpLocks/>
            <a:stCxn id="13" idx="3"/>
            <a:endCxn id="8" idx="1"/>
          </p:cNvCxnSpPr>
          <p:nvPr/>
        </p:nvCxnSpPr>
        <p:spPr>
          <a:xfrm flipV="1">
            <a:off x="8514348" y="5741885"/>
            <a:ext cx="5200633" cy="1600835"/>
          </a:xfrm>
          <a:prstGeom prst="straightConnector1">
            <a:avLst/>
          </a:prstGeom>
          <a:ln w="57150">
            <a:solidFill>
              <a:srgbClr val="445240"/>
            </a:solidFill>
            <a:tailEnd type="triangle"/>
          </a:ln>
        </p:spPr>
        <p:style>
          <a:lnRef idx="1">
            <a:schemeClr val="accent1"/>
          </a:lnRef>
          <a:fillRef idx="0">
            <a:schemeClr val="accent1"/>
          </a:fillRef>
          <a:effectRef idx="0">
            <a:schemeClr val="accent1"/>
          </a:effectRef>
          <a:fontRef idx="minor">
            <a:schemeClr val="tx1"/>
          </a:fontRef>
        </p:style>
      </p:cxnSp>
      <p:grpSp>
        <p:nvGrpSpPr>
          <p:cNvPr id="32" name="Group 31">
            <a:extLst>
              <a:ext uri="{FF2B5EF4-FFF2-40B4-BE49-F238E27FC236}">
                <a16:creationId xmlns:a16="http://schemas.microsoft.com/office/drawing/2014/main" id="{E85D3DA6-BF25-6066-88B7-5677665BBD6F}"/>
              </a:ext>
            </a:extLst>
          </p:cNvPr>
          <p:cNvGrpSpPr/>
          <p:nvPr/>
        </p:nvGrpSpPr>
        <p:grpSpPr>
          <a:xfrm>
            <a:off x="13714981" y="2755934"/>
            <a:ext cx="3141784" cy="5971902"/>
            <a:chOff x="13714981" y="3299267"/>
            <a:chExt cx="3141784" cy="5971902"/>
          </a:xfrm>
        </p:grpSpPr>
        <p:grpSp>
          <p:nvGrpSpPr>
            <p:cNvPr id="17" name="Group 16">
              <a:extLst>
                <a:ext uri="{FF2B5EF4-FFF2-40B4-BE49-F238E27FC236}">
                  <a16:creationId xmlns:a16="http://schemas.microsoft.com/office/drawing/2014/main" id="{F988118B-27DA-91D7-80C4-33735B51E7F0}"/>
                </a:ext>
              </a:extLst>
            </p:cNvPr>
            <p:cNvGrpSpPr/>
            <p:nvPr/>
          </p:nvGrpSpPr>
          <p:grpSpPr>
            <a:xfrm>
              <a:off x="13714981" y="3299267"/>
              <a:ext cx="3141784" cy="5971902"/>
              <a:chOff x="13714981" y="3299267"/>
              <a:chExt cx="3141784" cy="5971902"/>
            </a:xfrm>
          </p:grpSpPr>
          <p:pic>
            <p:nvPicPr>
              <p:cNvPr id="8" name="Imagen 3" descr="Interfaz de usuario gráfica, Texto, Aplicación&#10;&#10;Descripción generada automáticamente">
                <a:extLst>
                  <a:ext uri="{FF2B5EF4-FFF2-40B4-BE49-F238E27FC236}">
                    <a16:creationId xmlns:a16="http://schemas.microsoft.com/office/drawing/2014/main" id="{0F3ED781-F459-57D6-6A3B-4ED595880830}"/>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3714981" y="3299267"/>
                <a:ext cx="3141784" cy="5971902"/>
              </a:xfrm>
              <a:prstGeom prst="rect">
                <a:avLst/>
              </a:prstGeom>
            </p:spPr>
          </p:pic>
          <p:sp>
            <p:nvSpPr>
              <p:cNvPr id="16" name="Rectangle 15">
                <a:extLst>
                  <a:ext uri="{FF2B5EF4-FFF2-40B4-BE49-F238E27FC236}">
                    <a16:creationId xmlns:a16="http://schemas.microsoft.com/office/drawing/2014/main" id="{9CA0E2A3-AC35-2E09-0AE4-D206C7CAB5FF}"/>
                  </a:ext>
                </a:extLst>
              </p:cNvPr>
              <p:cNvSpPr/>
              <p:nvPr/>
            </p:nvSpPr>
            <p:spPr>
              <a:xfrm>
                <a:off x="14073809" y="3816626"/>
                <a:ext cx="2425148" cy="485029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masis MT Pro" panose="02040504050005020304" pitchFamily="18" charset="0"/>
                </a:endParaRPr>
              </a:p>
            </p:txBody>
          </p:sp>
        </p:grpSp>
        <p:pic>
          <p:nvPicPr>
            <p:cNvPr id="21" name="Picture 20" descr="A green number with a white background&#10;&#10;Description automatically generated">
              <a:extLst>
                <a:ext uri="{FF2B5EF4-FFF2-40B4-BE49-F238E27FC236}">
                  <a16:creationId xmlns:a16="http://schemas.microsoft.com/office/drawing/2014/main" id="{C96A5FF9-E5E2-6F4C-276A-793CF05C859D}"/>
                </a:ext>
              </a:extLst>
            </p:cNvPr>
            <p:cNvPicPr>
              <a:picLocks noChangeAspect="1"/>
            </p:cNvPicPr>
            <p:nvPr/>
          </p:nvPicPr>
          <p:blipFill>
            <a:blip r:embed="rId11" cstate="print">
              <a:extLst>
                <a:ext uri="{BEBA8EAE-BF5A-486C-A8C5-ECC9F3942E4B}">
                  <a14:imgProps xmlns:a14="http://schemas.microsoft.com/office/drawing/2010/main">
                    <a14:imgLayer r:embed="rId12">
                      <a14:imgEffect>
                        <a14:colorTemperature colorTemp="5900"/>
                      </a14:imgEffect>
                      <a14:imgEffect>
                        <a14:saturation sat="33000"/>
                      </a14:imgEffect>
                    </a14:imgLayer>
                  </a14:imgProps>
                </a:ext>
                <a:ext uri="{28A0092B-C50C-407E-A947-70E740481C1C}">
                  <a14:useLocalDpi xmlns:a14="http://schemas.microsoft.com/office/drawing/2010/main" val="0"/>
                </a:ext>
              </a:extLst>
            </a:blip>
            <a:srcRect l="486" t="6154" r="583" b="7919"/>
            <a:stretch>
              <a:fillRect/>
            </a:stretch>
          </p:blipFill>
          <p:spPr>
            <a:xfrm>
              <a:off x="14864195" y="3902251"/>
              <a:ext cx="932413" cy="245228"/>
            </a:xfrm>
            <a:prstGeom prst="rect">
              <a:avLst/>
            </a:prstGeom>
          </p:spPr>
        </p:pic>
        <p:grpSp>
          <p:nvGrpSpPr>
            <p:cNvPr id="28" name="Group 27">
              <a:extLst>
                <a:ext uri="{FF2B5EF4-FFF2-40B4-BE49-F238E27FC236}">
                  <a16:creationId xmlns:a16="http://schemas.microsoft.com/office/drawing/2014/main" id="{436811A4-654B-5D02-EF8B-C4CEDED20D2A}"/>
                </a:ext>
              </a:extLst>
            </p:cNvPr>
            <p:cNvGrpSpPr/>
            <p:nvPr/>
          </p:nvGrpSpPr>
          <p:grpSpPr>
            <a:xfrm>
              <a:off x="13912652" y="4595161"/>
              <a:ext cx="2586306" cy="4031873"/>
              <a:chOff x="13912651" y="4422885"/>
              <a:chExt cx="2601633" cy="3718090"/>
            </a:xfrm>
          </p:grpSpPr>
          <p:sp>
            <p:nvSpPr>
              <p:cNvPr id="20" name="TextBox 19">
                <a:extLst>
                  <a:ext uri="{FF2B5EF4-FFF2-40B4-BE49-F238E27FC236}">
                    <a16:creationId xmlns:a16="http://schemas.microsoft.com/office/drawing/2014/main" id="{FF26C2AC-4BE0-AE9C-3451-14B54ED4E96A}"/>
                  </a:ext>
                </a:extLst>
              </p:cNvPr>
              <p:cNvSpPr txBox="1"/>
              <p:nvPr/>
            </p:nvSpPr>
            <p:spPr>
              <a:xfrm>
                <a:off x="13912651" y="4422885"/>
                <a:ext cx="2601633" cy="3718090"/>
              </a:xfrm>
              <a:prstGeom prst="rect">
                <a:avLst/>
              </a:prstGeom>
              <a:noFill/>
            </p:spPr>
            <p:txBody>
              <a:bodyPr wrap="square">
                <a:spAutoFit/>
              </a:bodyPr>
              <a:lstStyle/>
              <a:p>
                <a:pPr algn="ctr"/>
                <a:r>
                  <a:rPr lang="en-US" dirty="0">
                    <a:solidFill>
                      <a:srgbClr val="445240"/>
                    </a:solidFill>
                    <a:latin typeface="Amasis MT Pro" panose="02040504050005020304" pitchFamily="18" charset="0"/>
                  </a:rPr>
                  <a:t>♻️ </a:t>
                </a:r>
                <a:r>
                  <a:rPr lang="en-US" sz="2000" dirty="0">
                    <a:solidFill>
                      <a:srgbClr val="445240"/>
                    </a:solidFill>
                    <a:latin typeface="Amasis MT Pro" panose="02040504050005020304" pitchFamily="18" charset="0"/>
                    <a:cs typeface="Times New Roman" panose="02020603050405020304" pitchFamily="18" charset="0"/>
                  </a:rPr>
                  <a:t>1.85 kg          </a:t>
                </a:r>
              </a:p>
              <a:p>
                <a:pPr algn="ctr"/>
                <a:r>
                  <a:rPr lang="en-US" sz="2000" dirty="0">
                    <a:solidFill>
                      <a:srgbClr val="445240"/>
                    </a:solidFill>
                    <a:latin typeface="Amasis MT Pro" panose="02040504050005020304" pitchFamily="18" charset="0"/>
                    <a:cs typeface="Times New Roman" panose="02020603050405020304" pitchFamily="18" charset="0"/>
                  </a:rPr>
                  <a:t> of plastic Purchased</a:t>
                </a:r>
              </a:p>
              <a:p>
                <a:r>
                  <a:rPr lang="en-US" dirty="0">
                    <a:latin typeface="Amasis MT Pro" panose="02040504050005020304" pitchFamily="18" charset="0"/>
                  </a:rPr>
                  <a:t> </a:t>
                </a:r>
              </a:p>
              <a:p>
                <a:pPr algn="ctr"/>
                <a:r>
                  <a:rPr lang="en-US" dirty="0">
                    <a:solidFill>
                      <a:schemeClr val="accent1">
                        <a:lumMod val="75000"/>
                      </a:schemeClr>
                    </a:solidFill>
                    <a:latin typeface="Amasis MT Pro" panose="02040504050005020304" pitchFamily="18" charset="0"/>
                  </a:rPr>
                  <a:t>PET   ████ 41%      </a:t>
                </a:r>
              </a:p>
              <a:p>
                <a:pPr algn="ctr"/>
                <a:r>
                  <a:rPr lang="en-US" dirty="0">
                    <a:solidFill>
                      <a:schemeClr val="accent2">
                        <a:lumMod val="60000"/>
                        <a:lumOff val="40000"/>
                      </a:schemeClr>
                    </a:solidFill>
                    <a:latin typeface="Amasis MT Pro" panose="02040504050005020304" pitchFamily="18" charset="0"/>
                  </a:rPr>
                  <a:t>HDPE  ███  27%      </a:t>
                </a:r>
              </a:p>
              <a:p>
                <a:pPr algn="ctr"/>
                <a:r>
                  <a:rPr lang="en-US" dirty="0">
                    <a:solidFill>
                      <a:schemeClr val="accent4">
                        <a:lumMod val="60000"/>
                        <a:lumOff val="40000"/>
                      </a:schemeClr>
                    </a:solidFill>
                    <a:latin typeface="Amasis MT Pro" panose="02040504050005020304" pitchFamily="18" charset="0"/>
                  </a:rPr>
                  <a:t>PP    ██   19%      </a:t>
                </a:r>
              </a:p>
              <a:p>
                <a:pPr algn="ctr"/>
                <a:r>
                  <a:rPr lang="en-US" dirty="0">
                    <a:solidFill>
                      <a:schemeClr val="accent6">
                        <a:lumMod val="60000"/>
                        <a:lumOff val="40000"/>
                      </a:schemeClr>
                    </a:solidFill>
                    <a:latin typeface="Amasis MT Pro" panose="02040504050005020304" pitchFamily="18" charset="0"/>
                  </a:rPr>
                  <a:t>LDPE  █    13%      </a:t>
                </a:r>
                <a:endParaRPr lang="en-US" dirty="0">
                  <a:latin typeface="Amasis MT Pro" panose="02040504050005020304" pitchFamily="18" charset="0"/>
                </a:endParaRPr>
              </a:p>
              <a:p>
                <a:pPr algn="ctr"/>
                <a:endParaRPr lang="en-US" dirty="0">
                  <a:latin typeface="Amasis MT Pro" panose="02040504050005020304" pitchFamily="18" charset="0"/>
                </a:endParaRPr>
              </a:p>
              <a:p>
                <a:pPr algn="ctr"/>
                <a:r>
                  <a:rPr lang="en-US" dirty="0">
                    <a:solidFill>
                      <a:srgbClr val="445240"/>
                    </a:solidFill>
                    <a:latin typeface="Amasis MT Pro" panose="02040504050005020304" pitchFamily="18" charset="0"/>
                    <a:cs typeface="Times New Roman" panose="02020603050405020304" pitchFamily="18" charset="0"/>
                  </a:rPr>
                  <a:t>📍 </a:t>
                </a:r>
                <a:r>
                  <a:rPr lang="en-US" b="1" dirty="0">
                    <a:solidFill>
                      <a:srgbClr val="445240"/>
                    </a:solidFill>
                    <a:latin typeface="Amasis MT Pro" panose="02040504050005020304" pitchFamily="18" charset="0"/>
                    <a:cs typeface="Times New Roman" panose="02020603050405020304" pitchFamily="18" charset="0"/>
                  </a:rPr>
                  <a:t>How can I discard it? </a:t>
                </a:r>
              </a:p>
              <a:p>
                <a:pPr algn="ctr"/>
                <a:r>
                  <a:rPr lang="en-US" dirty="0">
                    <a:solidFill>
                      <a:srgbClr val="445240"/>
                    </a:solidFill>
                    <a:latin typeface="Amasis MT Pro" panose="02040504050005020304" pitchFamily="18" charset="0"/>
                    <a:cs typeface="Times New Roman" panose="02020603050405020304" pitchFamily="18" charset="0"/>
                  </a:rPr>
                  <a:t>Nearest collection point: 450 m away</a:t>
                </a:r>
                <a:endParaRPr lang="en-US" dirty="0">
                  <a:latin typeface="Amasis MT Pro" panose="02040504050005020304" pitchFamily="18" charset="0"/>
                </a:endParaRPr>
              </a:p>
              <a:p>
                <a:pPr algn="ctr"/>
                <a:endParaRPr lang="en-US" dirty="0">
                  <a:solidFill>
                    <a:srgbClr val="445240"/>
                  </a:solidFill>
                  <a:latin typeface="Amasis MT Pro" panose="02040504050005020304" pitchFamily="18" charset="0"/>
                  <a:cs typeface="Times New Roman" panose="02020603050405020304" pitchFamily="18" charset="0"/>
                </a:endParaRPr>
              </a:p>
              <a:p>
                <a:pPr algn="ctr"/>
                <a:r>
                  <a:rPr lang="en-US" dirty="0">
                    <a:solidFill>
                      <a:srgbClr val="445240"/>
                    </a:solidFill>
                    <a:latin typeface="Amasis MT Pro" panose="02040504050005020304" pitchFamily="18" charset="0"/>
                    <a:cs typeface="Times New Roman" panose="02020603050405020304" pitchFamily="18" charset="0"/>
                  </a:rPr>
                  <a:t>🪙 125 Tokens       </a:t>
                </a:r>
              </a:p>
            </p:txBody>
          </p:sp>
          <p:cxnSp>
            <p:nvCxnSpPr>
              <p:cNvPr id="24" name="Straight Connector 23">
                <a:extLst>
                  <a:ext uri="{FF2B5EF4-FFF2-40B4-BE49-F238E27FC236}">
                    <a16:creationId xmlns:a16="http://schemas.microsoft.com/office/drawing/2014/main" id="{BFA0CCFF-991A-055D-1921-36C364464C85}"/>
                  </a:ext>
                </a:extLst>
              </p:cNvPr>
              <p:cNvCxnSpPr>
                <a:cxnSpLocks/>
              </p:cNvCxnSpPr>
              <p:nvPr/>
            </p:nvCxnSpPr>
            <p:spPr>
              <a:xfrm>
                <a:off x="14060298" y="5188412"/>
                <a:ext cx="2438659" cy="0"/>
              </a:xfrm>
              <a:prstGeom prst="line">
                <a:avLst/>
              </a:prstGeom>
              <a:ln>
                <a:solidFill>
                  <a:srgbClr val="445240"/>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A14A9757-54DE-6F79-DAE4-18789CA3747B}"/>
                  </a:ext>
                </a:extLst>
              </p:cNvPr>
              <p:cNvCxnSpPr>
                <a:cxnSpLocks/>
              </p:cNvCxnSpPr>
              <p:nvPr/>
            </p:nvCxnSpPr>
            <p:spPr>
              <a:xfrm>
                <a:off x="13988448" y="6438834"/>
                <a:ext cx="2438659" cy="0"/>
              </a:xfrm>
              <a:prstGeom prst="line">
                <a:avLst/>
              </a:prstGeom>
              <a:ln>
                <a:solidFill>
                  <a:srgbClr val="44524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29B455AE-6FC0-1C9C-6A3E-0B26A21B9BA8}"/>
                  </a:ext>
                </a:extLst>
              </p:cNvPr>
              <p:cNvCxnSpPr>
                <a:cxnSpLocks/>
              </p:cNvCxnSpPr>
              <p:nvPr/>
            </p:nvCxnSpPr>
            <p:spPr>
              <a:xfrm>
                <a:off x="13988448" y="7619701"/>
                <a:ext cx="2438659" cy="0"/>
              </a:xfrm>
              <a:prstGeom prst="line">
                <a:avLst/>
              </a:prstGeom>
              <a:ln>
                <a:solidFill>
                  <a:srgbClr val="445240"/>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262781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5AC7B-4994-1E90-E021-D4871828E51F}"/>
            </a:ext>
          </a:extLst>
        </p:cNvPr>
        <p:cNvGrpSpPr/>
        <p:nvPr/>
      </p:nvGrpSpPr>
      <p:grpSpPr>
        <a:xfrm>
          <a:off x="0" y="0"/>
          <a:ext cx="0" cy="0"/>
          <a:chOff x="0" y="0"/>
          <a:chExt cx="0" cy="0"/>
        </a:xfrm>
      </p:grpSpPr>
      <p:sp>
        <p:nvSpPr>
          <p:cNvPr id="23" name="Rectángulo 22">
            <a:extLst>
              <a:ext uri="{FF2B5EF4-FFF2-40B4-BE49-F238E27FC236}">
                <a16:creationId xmlns:a16="http://schemas.microsoft.com/office/drawing/2014/main" id="{88091FB1-3EF3-99AA-B381-E32ECC5B9C38}"/>
              </a:ext>
            </a:extLst>
          </p:cNvPr>
          <p:cNvSpPr/>
          <p:nvPr/>
        </p:nvSpPr>
        <p:spPr>
          <a:xfrm>
            <a:off x="0" y="-3921"/>
            <a:ext cx="18288000" cy="1700412"/>
          </a:xfrm>
          <a:prstGeom prst="rect">
            <a:avLst/>
          </a:prstGeom>
          <a:gradFill flip="none" rotWithShape="1">
            <a:gsLst>
              <a:gs pos="0">
                <a:srgbClr val="445240"/>
              </a:gs>
              <a:gs pos="88000">
                <a:srgbClr val="445240">
                  <a:alpha val="17000"/>
                </a:srgbClr>
              </a:gs>
              <a:gs pos="54000">
                <a:srgbClr val="445240">
                  <a:alpha val="64000"/>
                </a:srgbClr>
              </a:gs>
              <a:gs pos="74000">
                <a:srgbClr val="445240">
                  <a:alpha val="49000"/>
                </a:srgbClr>
              </a:gs>
              <a:gs pos="100000">
                <a:srgbClr val="445240">
                  <a:alpha val="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 name="Picture 12" descr="A green number with a white background&#10;&#10;Description automatically generated">
            <a:extLst>
              <a:ext uri="{FF2B5EF4-FFF2-40B4-BE49-F238E27FC236}">
                <a16:creationId xmlns:a16="http://schemas.microsoft.com/office/drawing/2014/main" id="{5BB5008A-0893-4917-E8B9-754FF56365CF}"/>
              </a:ext>
            </a:extLst>
          </p:cNvPr>
          <p:cNvPicPr>
            <a:picLocks noChangeAspect="1"/>
          </p:cNvPicPr>
          <p:nvPr/>
        </p:nvPicPr>
        <p:blipFill>
          <a:blip r:embed="rId3" cstate="print">
            <a:biLevel thresh="25000"/>
            <a:extLst>
              <a:ext uri="{BEBA8EAE-BF5A-486C-A8C5-ECC9F3942E4B}">
                <a14:imgProps xmlns:a14="http://schemas.microsoft.com/office/drawing/2010/main">
                  <a14:imgLayer r:embed="rId4">
                    <a14:imgEffect>
                      <a14:backgroundRemoval t="14524" b="87143" l="1586" r="97260">
                        <a14:foregroundMark x1="16078" y1="39286" x2="16078" y2="39286"/>
                        <a14:foregroundMark x1="6849" y1="41905" x2="6849" y2="41905"/>
                        <a14:foregroundMark x1="50180" y1="55238" x2="50180" y2="55238"/>
                        <a14:foregroundMark x1="30209" y1="87143" x2="30209" y2="87143"/>
                        <a14:foregroundMark x1="60923" y1="54762" x2="60923" y2="54762"/>
                        <a14:foregroundMark x1="72675" y1="57857" x2="72675" y2="57857"/>
                        <a14:foregroundMark x1="89257" y1="44048" x2="89257" y2="44048"/>
                        <a14:foregroundMark x1="97404" y1="31667" x2="97404" y2="31667"/>
                        <a14:foregroundMark x1="5479" y1="62381" x2="5479" y2="62381"/>
                        <a14:foregroundMark x1="1586" y1="84762" x2="1586" y2="84762"/>
                      </a14:backgroundRemoval>
                    </a14:imgEffect>
                    <a14:imgEffect>
                      <a14:artisticTexturizer/>
                    </a14:imgEffect>
                    <a14:imgEffect>
                      <a14:saturation sat="33000"/>
                    </a14:imgEffect>
                  </a14:imgLayer>
                </a14:imgProps>
              </a:ext>
              <a:ext uri="{28A0092B-C50C-407E-A947-70E740481C1C}">
                <a14:useLocalDpi xmlns:a14="http://schemas.microsoft.com/office/drawing/2010/main" val="0"/>
              </a:ext>
            </a:extLst>
          </a:blip>
          <a:srcRect l="486" t="6154" r="583" b="7919"/>
          <a:stretch>
            <a:fillRect/>
          </a:stretch>
        </p:blipFill>
        <p:spPr>
          <a:xfrm>
            <a:off x="14206789" y="159703"/>
            <a:ext cx="3738723" cy="983295"/>
          </a:xfrm>
          <a:prstGeom prst="rect">
            <a:avLst/>
          </a:prstGeom>
        </p:spPr>
      </p:pic>
      <p:sp>
        <p:nvSpPr>
          <p:cNvPr id="3" name="CuadroTexto 2">
            <a:extLst>
              <a:ext uri="{FF2B5EF4-FFF2-40B4-BE49-F238E27FC236}">
                <a16:creationId xmlns:a16="http://schemas.microsoft.com/office/drawing/2014/main" id="{1D5C228E-9272-150F-0E1F-1AD1349F2D95}"/>
              </a:ext>
            </a:extLst>
          </p:cNvPr>
          <p:cNvSpPr txBox="1"/>
          <p:nvPr/>
        </p:nvSpPr>
        <p:spPr>
          <a:xfrm>
            <a:off x="420857" y="117133"/>
            <a:ext cx="13191904" cy="1323439"/>
          </a:xfrm>
          <a:prstGeom prst="rect">
            <a:avLst/>
          </a:prstGeom>
          <a:noFill/>
        </p:spPr>
        <p:txBody>
          <a:bodyPr wrap="square" rtlCol="0">
            <a:spAutoFit/>
          </a:bodyPr>
          <a:lstStyle/>
          <a:p>
            <a:pPr algn="ctr"/>
            <a:r>
              <a:rPr lang="fr-FR" sz="8000" dirty="0">
                <a:solidFill>
                  <a:schemeClr val="bg1"/>
                </a:solidFill>
                <a:latin typeface="Arial" panose="020B0604020202020204" pitchFamily="34" charset="0"/>
                <a:cs typeface="Arial" panose="020B0604020202020204" pitchFamily="34" charset="0"/>
              </a:rPr>
              <a:t>The Project </a:t>
            </a:r>
          </a:p>
        </p:txBody>
      </p:sp>
      <p:sp>
        <p:nvSpPr>
          <p:cNvPr id="15" name="Slide Number Placeholder 16">
            <a:extLst>
              <a:ext uri="{FF2B5EF4-FFF2-40B4-BE49-F238E27FC236}">
                <a16:creationId xmlns:a16="http://schemas.microsoft.com/office/drawing/2014/main" id="{ABC92F37-0F8D-8425-4455-50798B6A926C}"/>
              </a:ext>
            </a:extLst>
          </p:cNvPr>
          <p:cNvSpPr txBox="1">
            <a:spLocks/>
          </p:cNvSpPr>
          <p:nvPr/>
        </p:nvSpPr>
        <p:spPr>
          <a:xfrm>
            <a:off x="16009663" y="9824662"/>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7</a:t>
            </a:fld>
            <a:endParaRPr lang="en-US"/>
          </a:p>
        </p:txBody>
      </p:sp>
      <p:pic>
        <p:nvPicPr>
          <p:cNvPr id="6" name="Picture 5">
            <a:extLst>
              <a:ext uri="{FF2B5EF4-FFF2-40B4-BE49-F238E27FC236}">
                <a16:creationId xmlns:a16="http://schemas.microsoft.com/office/drawing/2014/main" id="{41707DAE-0F67-2E1C-5ADA-A5F379F0B781}"/>
              </a:ext>
            </a:extLst>
          </p:cNvPr>
          <p:cNvPicPr>
            <a:picLocks noChangeAspect="1"/>
          </p:cNvPicPr>
          <p:nvPr/>
        </p:nvPicPr>
        <p:blipFill>
          <a:blip r:embed="rId5" cstate="print">
            <a:extLst>
              <a:ext uri="{28A0092B-C50C-407E-A947-70E740481C1C}">
                <a14:useLocalDpi xmlns:a14="http://schemas.microsoft.com/office/drawing/2010/main" val="0"/>
              </a:ext>
            </a:extLst>
          </a:blip>
          <a:srcRect l="32480" t="14003" r="32150" b="19885"/>
          <a:stretch>
            <a:fillRect/>
          </a:stretch>
        </p:blipFill>
        <p:spPr>
          <a:xfrm>
            <a:off x="389134" y="3528336"/>
            <a:ext cx="2102258" cy="3929448"/>
          </a:xfrm>
          <a:prstGeom prst="rect">
            <a:avLst/>
          </a:prstGeom>
        </p:spPr>
      </p:pic>
      <p:sp>
        <p:nvSpPr>
          <p:cNvPr id="5" name="TextBox 4">
            <a:extLst>
              <a:ext uri="{FF2B5EF4-FFF2-40B4-BE49-F238E27FC236}">
                <a16:creationId xmlns:a16="http://schemas.microsoft.com/office/drawing/2014/main" id="{57688297-4DA8-92D8-C6B7-29B732E8EEA1}"/>
              </a:ext>
            </a:extLst>
          </p:cNvPr>
          <p:cNvSpPr txBox="1"/>
          <p:nvPr/>
        </p:nvSpPr>
        <p:spPr>
          <a:xfrm>
            <a:off x="3088473" y="4177943"/>
            <a:ext cx="10603543" cy="2862322"/>
          </a:xfrm>
          <a:prstGeom prst="rect">
            <a:avLst/>
          </a:prstGeom>
          <a:noFill/>
        </p:spPr>
        <p:txBody>
          <a:bodyPr wrap="square" rtlCol="0">
            <a:spAutoFit/>
          </a:bodyPr>
          <a:lstStyle/>
          <a:p>
            <a:pPr algn="ctr"/>
            <a:r>
              <a:rPr lang="fr-FR" sz="6000" dirty="0">
                <a:solidFill>
                  <a:schemeClr val="accent3">
                    <a:lumMod val="50000"/>
                  </a:schemeClr>
                </a:solidFill>
                <a:latin typeface="Amasis MT Pro" panose="02040504050005020304" pitchFamily="18" charset="0"/>
              </a:rPr>
              <a:t>How can </a:t>
            </a:r>
            <a:r>
              <a:rPr lang="fr-FR" sz="6000" dirty="0" err="1">
                <a:solidFill>
                  <a:schemeClr val="accent3">
                    <a:lumMod val="50000"/>
                  </a:schemeClr>
                </a:solidFill>
                <a:latin typeface="Amasis MT Pro" panose="02040504050005020304" pitchFamily="18" charset="0"/>
              </a:rPr>
              <a:t>we</a:t>
            </a:r>
            <a:r>
              <a:rPr lang="fr-FR" sz="6000" dirty="0">
                <a:solidFill>
                  <a:schemeClr val="accent3">
                    <a:lumMod val="50000"/>
                  </a:schemeClr>
                </a:solidFill>
                <a:latin typeface="Amasis MT Pro" panose="02040504050005020304" pitchFamily="18" charset="0"/>
              </a:rPr>
              <a:t> drive app adoption and </a:t>
            </a:r>
            <a:r>
              <a:rPr lang="fr-FR" sz="6000" dirty="0" err="1">
                <a:solidFill>
                  <a:schemeClr val="accent3">
                    <a:lumMod val="50000"/>
                  </a:schemeClr>
                </a:solidFill>
                <a:latin typeface="Amasis MT Pro" panose="02040504050005020304" pitchFamily="18" charset="0"/>
              </a:rPr>
              <a:t>citizen</a:t>
            </a:r>
            <a:r>
              <a:rPr lang="fr-FR" sz="6000" dirty="0">
                <a:solidFill>
                  <a:schemeClr val="accent3">
                    <a:lumMod val="50000"/>
                  </a:schemeClr>
                </a:solidFill>
                <a:latin typeface="Amasis MT Pro" panose="02040504050005020304" pitchFamily="18" charset="0"/>
              </a:rPr>
              <a:t> engagement </a:t>
            </a:r>
            <a:r>
              <a:rPr lang="en-US" sz="6000" b="1" dirty="0">
                <a:ln w="13462">
                  <a:solidFill>
                    <a:schemeClr val="accent3">
                      <a:lumMod val="50000"/>
                    </a:schemeClr>
                  </a:solidFill>
                  <a:prstDash val="solid"/>
                </a:ln>
                <a:solidFill>
                  <a:schemeClr val="accent3">
                    <a:lumMod val="50000"/>
                  </a:schemeClr>
                </a:solidFill>
                <a:effectLst>
                  <a:outerShdw dist="38100" dir="2700000" algn="bl" rotWithShape="0">
                    <a:schemeClr val="accent5"/>
                  </a:outerShdw>
                </a:effectLst>
                <a:latin typeface="Amasis MT Pro" panose="02040504050005020304" pitchFamily="18" charset="0"/>
              </a:rPr>
              <a:t>?</a:t>
            </a:r>
            <a:endParaRPr lang="en-US" sz="6000" b="1" dirty="0">
              <a:ln w="13462">
                <a:solidFill>
                  <a:schemeClr val="accent3">
                    <a:lumMod val="50000"/>
                  </a:schemeClr>
                </a:solidFill>
                <a:prstDash val="solid"/>
              </a:ln>
              <a:solidFill>
                <a:schemeClr val="accent3">
                  <a:lumMod val="50000"/>
                </a:schemeClr>
              </a:solidFill>
              <a:effectLst>
                <a:outerShdw dist="38100" dir="2700000" algn="bl" rotWithShape="0">
                  <a:schemeClr val="accent5"/>
                </a:outerShdw>
              </a:effectLst>
            </a:endParaRPr>
          </a:p>
          <a:p>
            <a:pPr algn="ctr"/>
            <a:endParaRPr lang="en-US" sz="6000" dirty="0">
              <a:solidFill>
                <a:schemeClr val="accent3">
                  <a:lumMod val="50000"/>
                </a:schemeClr>
              </a:solidFill>
              <a:latin typeface="Amasis MT Pro" panose="02040504050005020304" pitchFamily="18" charset="0"/>
            </a:endParaRPr>
          </a:p>
        </p:txBody>
      </p:sp>
      <p:grpSp>
        <p:nvGrpSpPr>
          <p:cNvPr id="4" name="Group 3">
            <a:extLst>
              <a:ext uri="{FF2B5EF4-FFF2-40B4-BE49-F238E27FC236}">
                <a16:creationId xmlns:a16="http://schemas.microsoft.com/office/drawing/2014/main" id="{3AF794BC-7E51-FF3E-39D6-656E1FE399E3}"/>
              </a:ext>
            </a:extLst>
          </p:cNvPr>
          <p:cNvGrpSpPr/>
          <p:nvPr/>
        </p:nvGrpSpPr>
        <p:grpSpPr>
          <a:xfrm>
            <a:off x="14158468" y="2657010"/>
            <a:ext cx="2869168" cy="5703218"/>
            <a:chOff x="13714981" y="3299267"/>
            <a:chExt cx="3141784" cy="5971902"/>
          </a:xfrm>
        </p:grpSpPr>
        <p:grpSp>
          <p:nvGrpSpPr>
            <p:cNvPr id="7" name="Group 6">
              <a:extLst>
                <a:ext uri="{FF2B5EF4-FFF2-40B4-BE49-F238E27FC236}">
                  <a16:creationId xmlns:a16="http://schemas.microsoft.com/office/drawing/2014/main" id="{D6ECB6BC-6186-88A0-D0BF-0AB3B20420A9}"/>
                </a:ext>
              </a:extLst>
            </p:cNvPr>
            <p:cNvGrpSpPr/>
            <p:nvPr/>
          </p:nvGrpSpPr>
          <p:grpSpPr>
            <a:xfrm>
              <a:off x="13714981" y="3299267"/>
              <a:ext cx="3141784" cy="5971902"/>
              <a:chOff x="13714981" y="3299267"/>
              <a:chExt cx="3141784" cy="5971902"/>
            </a:xfrm>
          </p:grpSpPr>
          <p:pic>
            <p:nvPicPr>
              <p:cNvPr id="25" name="Imagen 3" descr="Interfaz de usuario gráfica, Texto, Aplicación&#10;&#10;Descripción generada automáticamente">
                <a:extLst>
                  <a:ext uri="{FF2B5EF4-FFF2-40B4-BE49-F238E27FC236}">
                    <a16:creationId xmlns:a16="http://schemas.microsoft.com/office/drawing/2014/main" id="{D0AA262B-362F-290D-6972-97C744F85D1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3714981" y="3299267"/>
                <a:ext cx="3141784" cy="5971902"/>
              </a:xfrm>
              <a:prstGeom prst="rect">
                <a:avLst/>
              </a:prstGeom>
            </p:spPr>
          </p:pic>
          <p:sp>
            <p:nvSpPr>
              <p:cNvPr id="29" name="Rectangle 28">
                <a:extLst>
                  <a:ext uri="{FF2B5EF4-FFF2-40B4-BE49-F238E27FC236}">
                    <a16:creationId xmlns:a16="http://schemas.microsoft.com/office/drawing/2014/main" id="{189D4700-E43B-B9DA-FF6D-11A2A435DCE7}"/>
                  </a:ext>
                </a:extLst>
              </p:cNvPr>
              <p:cNvSpPr/>
              <p:nvPr/>
            </p:nvSpPr>
            <p:spPr>
              <a:xfrm>
                <a:off x="14073809" y="3816626"/>
                <a:ext cx="2425148" cy="485029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masis MT Pro" panose="02040504050005020304" pitchFamily="18" charset="0"/>
                </a:endParaRPr>
              </a:p>
            </p:txBody>
          </p:sp>
        </p:grpSp>
        <p:pic>
          <p:nvPicPr>
            <p:cNvPr id="9" name="Picture 8" descr="A green number with a white background&#10;&#10;Description automatically generated">
              <a:extLst>
                <a:ext uri="{FF2B5EF4-FFF2-40B4-BE49-F238E27FC236}">
                  <a16:creationId xmlns:a16="http://schemas.microsoft.com/office/drawing/2014/main" id="{917EF563-0F2F-6F28-9729-4BA6C4EF7509}"/>
                </a:ext>
              </a:extLst>
            </p:cNvPr>
            <p:cNvPicPr>
              <a:picLocks noChangeAspect="1"/>
            </p:cNvPicPr>
            <p:nvPr/>
          </p:nvPicPr>
          <p:blipFill>
            <a:blip r:embed="rId7" cstate="print">
              <a:extLst>
                <a:ext uri="{BEBA8EAE-BF5A-486C-A8C5-ECC9F3942E4B}">
                  <a14:imgProps xmlns:a14="http://schemas.microsoft.com/office/drawing/2010/main">
                    <a14:imgLayer r:embed="rId8">
                      <a14:imgEffect>
                        <a14:colorTemperature colorTemp="5900"/>
                      </a14:imgEffect>
                      <a14:imgEffect>
                        <a14:saturation sat="33000"/>
                      </a14:imgEffect>
                    </a14:imgLayer>
                  </a14:imgProps>
                </a:ext>
                <a:ext uri="{28A0092B-C50C-407E-A947-70E740481C1C}">
                  <a14:useLocalDpi xmlns:a14="http://schemas.microsoft.com/office/drawing/2010/main" val="0"/>
                </a:ext>
              </a:extLst>
            </a:blip>
            <a:srcRect l="486" t="6154" r="583" b="7919"/>
            <a:stretch>
              <a:fillRect/>
            </a:stretch>
          </p:blipFill>
          <p:spPr>
            <a:xfrm>
              <a:off x="14864195" y="3902251"/>
              <a:ext cx="932413" cy="245228"/>
            </a:xfrm>
            <a:prstGeom prst="rect">
              <a:avLst/>
            </a:prstGeom>
          </p:spPr>
        </p:pic>
        <p:grpSp>
          <p:nvGrpSpPr>
            <p:cNvPr id="10" name="Group 9">
              <a:extLst>
                <a:ext uri="{FF2B5EF4-FFF2-40B4-BE49-F238E27FC236}">
                  <a16:creationId xmlns:a16="http://schemas.microsoft.com/office/drawing/2014/main" id="{A6BD8C5C-50FB-4AC5-A28E-66D8945DA848}"/>
                </a:ext>
              </a:extLst>
            </p:cNvPr>
            <p:cNvGrpSpPr/>
            <p:nvPr/>
          </p:nvGrpSpPr>
          <p:grpSpPr>
            <a:xfrm>
              <a:off x="13767892" y="4595162"/>
              <a:ext cx="2854677" cy="4221818"/>
              <a:chOff x="13767036" y="4422885"/>
              <a:chExt cx="2871595" cy="3893252"/>
            </a:xfrm>
          </p:grpSpPr>
          <p:sp>
            <p:nvSpPr>
              <p:cNvPr id="12" name="TextBox 11">
                <a:extLst>
                  <a:ext uri="{FF2B5EF4-FFF2-40B4-BE49-F238E27FC236}">
                    <a16:creationId xmlns:a16="http://schemas.microsoft.com/office/drawing/2014/main" id="{9FD799CE-271A-DE76-442B-C336CE0C449C}"/>
                  </a:ext>
                </a:extLst>
              </p:cNvPr>
              <p:cNvSpPr txBox="1"/>
              <p:nvPr/>
            </p:nvSpPr>
            <p:spPr>
              <a:xfrm>
                <a:off x="13767036" y="4422885"/>
                <a:ext cx="2871595" cy="3893252"/>
              </a:xfrm>
              <a:prstGeom prst="rect">
                <a:avLst/>
              </a:prstGeom>
              <a:noFill/>
            </p:spPr>
            <p:txBody>
              <a:bodyPr wrap="square">
                <a:spAutoFit/>
              </a:bodyPr>
              <a:lstStyle/>
              <a:p>
                <a:pPr algn="ctr"/>
                <a:r>
                  <a:rPr lang="en-US" dirty="0">
                    <a:solidFill>
                      <a:srgbClr val="445240"/>
                    </a:solidFill>
                    <a:latin typeface="Amasis MT Pro" panose="02040504050005020304" pitchFamily="18" charset="0"/>
                  </a:rPr>
                  <a:t>♻️ </a:t>
                </a:r>
                <a:r>
                  <a:rPr lang="en-US" sz="2000" dirty="0">
                    <a:solidFill>
                      <a:srgbClr val="445240"/>
                    </a:solidFill>
                    <a:latin typeface="Amasis MT Pro" panose="02040504050005020304" pitchFamily="18" charset="0"/>
                    <a:cs typeface="Times New Roman" panose="02020603050405020304" pitchFamily="18" charset="0"/>
                  </a:rPr>
                  <a:t>1.85 kg          </a:t>
                </a:r>
              </a:p>
              <a:p>
                <a:pPr algn="ctr"/>
                <a:r>
                  <a:rPr lang="en-US" sz="2000" dirty="0">
                    <a:solidFill>
                      <a:srgbClr val="445240"/>
                    </a:solidFill>
                    <a:latin typeface="Amasis MT Pro" panose="02040504050005020304" pitchFamily="18" charset="0"/>
                    <a:cs typeface="Times New Roman" panose="02020603050405020304" pitchFamily="18" charset="0"/>
                  </a:rPr>
                  <a:t> of plastic Purchased</a:t>
                </a:r>
              </a:p>
              <a:p>
                <a:r>
                  <a:rPr lang="en-US" dirty="0">
                    <a:latin typeface="Amasis MT Pro" panose="02040504050005020304" pitchFamily="18" charset="0"/>
                  </a:rPr>
                  <a:t> </a:t>
                </a:r>
              </a:p>
              <a:p>
                <a:pPr algn="ctr"/>
                <a:r>
                  <a:rPr lang="en-US" dirty="0">
                    <a:solidFill>
                      <a:schemeClr val="accent1">
                        <a:lumMod val="75000"/>
                      </a:schemeClr>
                    </a:solidFill>
                    <a:latin typeface="Amasis MT Pro" panose="02040504050005020304" pitchFamily="18" charset="0"/>
                  </a:rPr>
                  <a:t>PET   ████ 41%      </a:t>
                </a:r>
              </a:p>
              <a:p>
                <a:pPr algn="ctr"/>
                <a:r>
                  <a:rPr lang="en-US" dirty="0">
                    <a:solidFill>
                      <a:schemeClr val="accent2">
                        <a:lumMod val="60000"/>
                        <a:lumOff val="40000"/>
                      </a:schemeClr>
                    </a:solidFill>
                    <a:latin typeface="Amasis MT Pro" panose="02040504050005020304" pitchFamily="18" charset="0"/>
                  </a:rPr>
                  <a:t>HDPE  ███  27%      </a:t>
                </a:r>
              </a:p>
              <a:p>
                <a:pPr algn="ctr"/>
                <a:r>
                  <a:rPr lang="en-US" dirty="0">
                    <a:solidFill>
                      <a:schemeClr val="accent4">
                        <a:lumMod val="60000"/>
                        <a:lumOff val="40000"/>
                      </a:schemeClr>
                    </a:solidFill>
                    <a:latin typeface="Amasis MT Pro" panose="02040504050005020304" pitchFamily="18" charset="0"/>
                  </a:rPr>
                  <a:t>PP    ██   19%      </a:t>
                </a:r>
              </a:p>
              <a:p>
                <a:pPr algn="ctr"/>
                <a:r>
                  <a:rPr lang="en-US" dirty="0">
                    <a:solidFill>
                      <a:schemeClr val="accent6">
                        <a:lumMod val="60000"/>
                        <a:lumOff val="40000"/>
                      </a:schemeClr>
                    </a:solidFill>
                    <a:latin typeface="Amasis MT Pro" panose="02040504050005020304" pitchFamily="18" charset="0"/>
                  </a:rPr>
                  <a:t>LDPE  █    13%      </a:t>
                </a:r>
                <a:endParaRPr lang="en-US" dirty="0">
                  <a:latin typeface="Amasis MT Pro" panose="02040504050005020304" pitchFamily="18" charset="0"/>
                </a:endParaRPr>
              </a:p>
              <a:p>
                <a:pPr algn="ctr"/>
                <a:endParaRPr lang="en-US" dirty="0">
                  <a:latin typeface="Amasis MT Pro" panose="02040504050005020304" pitchFamily="18" charset="0"/>
                </a:endParaRPr>
              </a:p>
              <a:p>
                <a:pPr algn="ctr"/>
                <a:r>
                  <a:rPr lang="en-US" dirty="0">
                    <a:solidFill>
                      <a:srgbClr val="445240"/>
                    </a:solidFill>
                    <a:latin typeface="Amasis MT Pro" panose="02040504050005020304" pitchFamily="18" charset="0"/>
                    <a:cs typeface="Times New Roman" panose="02020603050405020304" pitchFamily="18" charset="0"/>
                  </a:rPr>
                  <a:t>📍 </a:t>
                </a:r>
                <a:r>
                  <a:rPr lang="en-US" b="1" dirty="0">
                    <a:solidFill>
                      <a:srgbClr val="445240"/>
                    </a:solidFill>
                    <a:latin typeface="Amasis MT Pro" panose="02040504050005020304" pitchFamily="18" charset="0"/>
                    <a:cs typeface="Times New Roman" panose="02020603050405020304" pitchFamily="18" charset="0"/>
                  </a:rPr>
                  <a:t>How can I discard it? </a:t>
                </a:r>
              </a:p>
              <a:p>
                <a:pPr algn="ctr"/>
                <a:r>
                  <a:rPr lang="en-US" dirty="0">
                    <a:solidFill>
                      <a:srgbClr val="445240"/>
                    </a:solidFill>
                    <a:latin typeface="Amasis MT Pro" panose="02040504050005020304" pitchFamily="18" charset="0"/>
                    <a:cs typeface="Times New Roman" panose="02020603050405020304" pitchFamily="18" charset="0"/>
                  </a:rPr>
                  <a:t> Nearest collection point: 450 m away</a:t>
                </a:r>
                <a:endParaRPr lang="en-US" dirty="0">
                  <a:latin typeface="Amasis MT Pro" panose="02040504050005020304" pitchFamily="18" charset="0"/>
                </a:endParaRPr>
              </a:p>
              <a:p>
                <a:pPr algn="ctr"/>
                <a:endParaRPr lang="en-US" dirty="0">
                  <a:solidFill>
                    <a:srgbClr val="445240"/>
                  </a:solidFill>
                  <a:latin typeface="Amasis MT Pro" panose="02040504050005020304" pitchFamily="18" charset="0"/>
                  <a:cs typeface="Times New Roman" panose="02020603050405020304" pitchFamily="18" charset="0"/>
                </a:endParaRPr>
              </a:p>
              <a:p>
                <a:pPr algn="ctr"/>
                <a:r>
                  <a:rPr lang="en-US" dirty="0">
                    <a:solidFill>
                      <a:srgbClr val="445240"/>
                    </a:solidFill>
                    <a:latin typeface="Amasis MT Pro" panose="02040504050005020304" pitchFamily="18" charset="0"/>
                    <a:cs typeface="Times New Roman" panose="02020603050405020304" pitchFamily="18" charset="0"/>
                  </a:rPr>
                  <a:t>🪙 125 Tokens       </a:t>
                </a:r>
              </a:p>
            </p:txBody>
          </p:sp>
          <p:cxnSp>
            <p:nvCxnSpPr>
              <p:cNvPr id="18" name="Straight Connector 17">
                <a:extLst>
                  <a:ext uri="{FF2B5EF4-FFF2-40B4-BE49-F238E27FC236}">
                    <a16:creationId xmlns:a16="http://schemas.microsoft.com/office/drawing/2014/main" id="{1CD7F275-2F4B-A66B-C7E4-B4F6F686B4C6}"/>
                  </a:ext>
                </a:extLst>
              </p:cNvPr>
              <p:cNvCxnSpPr>
                <a:cxnSpLocks/>
              </p:cNvCxnSpPr>
              <p:nvPr/>
            </p:nvCxnSpPr>
            <p:spPr>
              <a:xfrm>
                <a:off x="14060298" y="5188412"/>
                <a:ext cx="2438659" cy="0"/>
              </a:xfrm>
              <a:prstGeom prst="line">
                <a:avLst/>
              </a:prstGeom>
              <a:ln>
                <a:solidFill>
                  <a:srgbClr val="44524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2163116-C086-5E3A-24FF-147EAF532DE8}"/>
                  </a:ext>
                </a:extLst>
              </p:cNvPr>
              <p:cNvCxnSpPr>
                <a:cxnSpLocks/>
              </p:cNvCxnSpPr>
              <p:nvPr/>
            </p:nvCxnSpPr>
            <p:spPr>
              <a:xfrm>
                <a:off x="13988448" y="6438834"/>
                <a:ext cx="2438659" cy="0"/>
              </a:xfrm>
              <a:prstGeom prst="line">
                <a:avLst/>
              </a:prstGeom>
              <a:ln>
                <a:solidFill>
                  <a:srgbClr val="44524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7B9699AE-D75D-E71B-0C2F-5E12B1C8C8CB}"/>
                  </a:ext>
                </a:extLst>
              </p:cNvPr>
              <p:cNvCxnSpPr>
                <a:cxnSpLocks/>
              </p:cNvCxnSpPr>
              <p:nvPr/>
            </p:nvCxnSpPr>
            <p:spPr>
              <a:xfrm>
                <a:off x="14060298" y="7772868"/>
                <a:ext cx="2438659" cy="0"/>
              </a:xfrm>
              <a:prstGeom prst="line">
                <a:avLst/>
              </a:prstGeom>
              <a:ln>
                <a:solidFill>
                  <a:srgbClr val="445240"/>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41405653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27C24-0A63-AC31-988E-562621B4B76A}"/>
            </a:ext>
          </a:extLst>
        </p:cNvPr>
        <p:cNvGrpSpPr/>
        <p:nvPr/>
      </p:nvGrpSpPr>
      <p:grpSpPr>
        <a:xfrm>
          <a:off x="0" y="0"/>
          <a:ext cx="0" cy="0"/>
          <a:chOff x="0" y="0"/>
          <a:chExt cx="0" cy="0"/>
        </a:xfrm>
      </p:grpSpPr>
      <p:grpSp>
        <p:nvGrpSpPr>
          <p:cNvPr id="29" name="Group 28">
            <a:extLst>
              <a:ext uri="{FF2B5EF4-FFF2-40B4-BE49-F238E27FC236}">
                <a16:creationId xmlns:a16="http://schemas.microsoft.com/office/drawing/2014/main" id="{EA644E8C-971B-3991-2F59-2EDAFB8B8531}"/>
              </a:ext>
            </a:extLst>
          </p:cNvPr>
          <p:cNvGrpSpPr/>
          <p:nvPr/>
        </p:nvGrpSpPr>
        <p:grpSpPr>
          <a:xfrm>
            <a:off x="5508048" y="3746090"/>
            <a:ext cx="3208252" cy="2494790"/>
            <a:chOff x="5489244" y="4098214"/>
            <a:chExt cx="3055129" cy="2196910"/>
          </a:xfrm>
        </p:grpSpPr>
        <p:pic>
          <p:nvPicPr>
            <p:cNvPr id="22" name="Image 5">
              <a:extLst>
                <a:ext uri="{FF2B5EF4-FFF2-40B4-BE49-F238E27FC236}">
                  <a16:creationId xmlns:a16="http://schemas.microsoft.com/office/drawing/2014/main" id="{3D817752-739B-254B-B8CF-18F51810958D}"/>
                </a:ext>
              </a:extLst>
            </p:cNvPr>
            <p:cNvPicPr>
              <a:picLocks noChangeAspect="1"/>
            </p:cNvPicPr>
            <p:nvPr/>
          </p:nvPicPr>
          <p:blipFill>
            <a:blip r:embed="rId3"/>
            <a:srcRect t="10407"/>
            <a:stretch>
              <a:fillRect/>
            </a:stretch>
          </p:blipFill>
          <p:spPr>
            <a:xfrm>
              <a:off x="5489244" y="4098214"/>
              <a:ext cx="3055129" cy="2196910"/>
            </a:xfrm>
            <a:prstGeom prst="roundRect">
              <a:avLst/>
            </a:prstGeom>
          </p:spPr>
        </p:pic>
        <p:pic>
          <p:nvPicPr>
            <p:cNvPr id="25" name="Image 4">
              <a:extLst>
                <a:ext uri="{FF2B5EF4-FFF2-40B4-BE49-F238E27FC236}">
                  <a16:creationId xmlns:a16="http://schemas.microsoft.com/office/drawing/2014/main" id="{1C86CE4C-4113-0746-A8D5-FED0D41FB822}"/>
                </a:ext>
              </a:extLst>
            </p:cNvPr>
            <p:cNvPicPr>
              <a:picLocks noChangeAspect="1"/>
            </p:cNvPicPr>
            <p:nvPr/>
          </p:nvPicPr>
          <p:blipFill>
            <a:blip r:embed="rId4"/>
            <a:stretch>
              <a:fillRect/>
            </a:stretch>
          </p:blipFill>
          <p:spPr>
            <a:xfrm>
              <a:off x="5489244" y="5029094"/>
              <a:ext cx="1442498" cy="1266030"/>
            </a:xfrm>
            <a:prstGeom prst="roundRect">
              <a:avLst/>
            </a:prstGeom>
          </p:spPr>
        </p:pic>
      </p:grpSp>
      <p:sp>
        <p:nvSpPr>
          <p:cNvPr id="23" name="Rectángulo 22">
            <a:extLst>
              <a:ext uri="{FF2B5EF4-FFF2-40B4-BE49-F238E27FC236}">
                <a16:creationId xmlns:a16="http://schemas.microsoft.com/office/drawing/2014/main" id="{0DBEB5BA-6565-1FCE-FEBD-7602D23C8501}"/>
              </a:ext>
            </a:extLst>
          </p:cNvPr>
          <p:cNvSpPr/>
          <p:nvPr/>
        </p:nvSpPr>
        <p:spPr>
          <a:xfrm>
            <a:off x="0" y="-3921"/>
            <a:ext cx="18288000" cy="1700412"/>
          </a:xfrm>
          <a:prstGeom prst="rect">
            <a:avLst/>
          </a:prstGeom>
          <a:gradFill flip="none" rotWithShape="1">
            <a:gsLst>
              <a:gs pos="0">
                <a:srgbClr val="445240"/>
              </a:gs>
              <a:gs pos="88000">
                <a:srgbClr val="445240">
                  <a:alpha val="17000"/>
                </a:srgbClr>
              </a:gs>
              <a:gs pos="54000">
                <a:srgbClr val="445240">
                  <a:alpha val="64000"/>
                </a:srgbClr>
              </a:gs>
              <a:gs pos="74000">
                <a:srgbClr val="445240">
                  <a:alpha val="49000"/>
                </a:srgbClr>
              </a:gs>
              <a:gs pos="100000">
                <a:srgbClr val="445240">
                  <a:alpha val="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 name="Picture 12" descr="A green number with a white background&#10;&#10;Description automatically generated">
            <a:extLst>
              <a:ext uri="{FF2B5EF4-FFF2-40B4-BE49-F238E27FC236}">
                <a16:creationId xmlns:a16="http://schemas.microsoft.com/office/drawing/2014/main" id="{4A4A6641-896A-164B-E77D-E91431BDABAB}"/>
              </a:ext>
            </a:extLst>
          </p:cNvPr>
          <p:cNvPicPr>
            <a:picLocks noChangeAspect="1"/>
          </p:cNvPicPr>
          <p:nvPr/>
        </p:nvPicPr>
        <p:blipFill>
          <a:blip r:embed="rId5" cstate="print">
            <a:biLevel thresh="25000"/>
            <a:extLst>
              <a:ext uri="{BEBA8EAE-BF5A-486C-A8C5-ECC9F3942E4B}">
                <a14:imgProps xmlns:a14="http://schemas.microsoft.com/office/drawing/2010/main">
                  <a14:imgLayer r:embed="rId6">
                    <a14:imgEffect>
                      <a14:backgroundRemoval t="14524" b="87143" l="1586" r="97260">
                        <a14:foregroundMark x1="16078" y1="39286" x2="16078" y2="39286"/>
                        <a14:foregroundMark x1="6849" y1="41905" x2="6849" y2="41905"/>
                        <a14:foregroundMark x1="50180" y1="55238" x2="50180" y2="55238"/>
                        <a14:foregroundMark x1="30209" y1="87143" x2="30209" y2="87143"/>
                        <a14:foregroundMark x1="60923" y1="54762" x2="60923" y2="54762"/>
                        <a14:foregroundMark x1="72675" y1="57857" x2="72675" y2="57857"/>
                        <a14:foregroundMark x1="89257" y1="44048" x2="89257" y2="44048"/>
                        <a14:foregroundMark x1="97404" y1="31667" x2="97404" y2="31667"/>
                        <a14:foregroundMark x1="5479" y1="62381" x2="5479" y2="62381"/>
                        <a14:foregroundMark x1="1586" y1="84762" x2="1586" y2="84762"/>
                      </a14:backgroundRemoval>
                    </a14:imgEffect>
                    <a14:imgEffect>
                      <a14:artisticTexturizer/>
                    </a14:imgEffect>
                    <a14:imgEffect>
                      <a14:saturation sat="33000"/>
                    </a14:imgEffect>
                  </a14:imgLayer>
                </a14:imgProps>
              </a:ext>
              <a:ext uri="{28A0092B-C50C-407E-A947-70E740481C1C}">
                <a14:useLocalDpi xmlns:a14="http://schemas.microsoft.com/office/drawing/2010/main" val="0"/>
              </a:ext>
            </a:extLst>
          </a:blip>
          <a:srcRect l="486" t="6154" r="583" b="7919"/>
          <a:stretch>
            <a:fillRect/>
          </a:stretch>
        </p:blipFill>
        <p:spPr>
          <a:xfrm>
            <a:off x="14206789" y="159703"/>
            <a:ext cx="3738723" cy="983295"/>
          </a:xfrm>
          <a:prstGeom prst="rect">
            <a:avLst/>
          </a:prstGeom>
        </p:spPr>
      </p:pic>
      <p:sp>
        <p:nvSpPr>
          <p:cNvPr id="3" name="CuadroTexto 2">
            <a:extLst>
              <a:ext uri="{FF2B5EF4-FFF2-40B4-BE49-F238E27FC236}">
                <a16:creationId xmlns:a16="http://schemas.microsoft.com/office/drawing/2014/main" id="{A14EE7FD-4915-11B3-8E06-6A1EAD8BE267}"/>
              </a:ext>
            </a:extLst>
          </p:cNvPr>
          <p:cNvSpPr txBox="1"/>
          <p:nvPr/>
        </p:nvSpPr>
        <p:spPr>
          <a:xfrm>
            <a:off x="420857" y="117133"/>
            <a:ext cx="13191904" cy="1323439"/>
          </a:xfrm>
          <a:prstGeom prst="rect">
            <a:avLst/>
          </a:prstGeom>
          <a:noFill/>
        </p:spPr>
        <p:txBody>
          <a:bodyPr wrap="square" rtlCol="0">
            <a:spAutoFit/>
          </a:bodyPr>
          <a:lstStyle/>
          <a:p>
            <a:pPr algn="ctr"/>
            <a:r>
              <a:rPr lang="fr-FR" sz="8000" dirty="0">
                <a:solidFill>
                  <a:schemeClr val="bg1"/>
                </a:solidFill>
                <a:latin typeface="Arial" panose="020B0604020202020204" pitchFamily="34" charset="0"/>
                <a:cs typeface="Arial" panose="020B0604020202020204" pitchFamily="34" charset="0"/>
              </a:rPr>
              <a:t>The Project </a:t>
            </a:r>
          </a:p>
        </p:txBody>
      </p:sp>
      <p:pic>
        <p:nvPicPr>
          <p:cNvPr id="1026" name="Picture 2">
            <a:extLst>
              <a:ext uri="{FF2B5EF4-FFF2-40B4-BE49-F238E27FC236}">
                <a16:creationId xmlns:a16="http://schemas.microsoft.com/office/drawing/2014/main" id="{8BD14C22-3529-D3A4-3CEF-1A3267FFFC52}"/>
              </a:ext>
            </a:extLst>
          </p:cNvPr>
          <p:cNvPicPr>
            <a:picLocks noChangeAspect="1" noChangeArrowheads="1"/>
          </p:cNvPicPr>
          <p:nvPr/>
        </p:nvPicPr>
        <p:blipFill rotWithShape="1">
          <a:blip r:embed="rId7" cstate="print">
            <a:extLst>
              <a:ext uri="{BEBA8EAE-BF5A-486C-A8C5-ECC9F3942E4B}">
                <a14:imgProps xmlns:a14="http://schemas.microsoft.com/office/drawing/2010/main">
                  <a14:imgLayer r:embed="rId8">
                    <a14:imgEffect>
                      <a14:backgroundRemoval t="10000" b="90000" l="10000" r="90000"/>
                    </a14:imgEffect>
                  </a14:imgLayer>
                </a14:imgProps>
              </a:ext>
              <a:ext uri="{28A0092B-C50C-407E-A947-70E740481C1C}">
                <a14:useLocalDpi xmlns:a14="http://schemas.microsoft.com/office/drawing/2010/main" val="0"/>
              </a:ext>
            </a:extLst>
          </a:blip>
          <a:srcRect r="7404" b="6093"/>
          <a:stretch>
            <a:fillRect/>
          </a:stretch>
        </p:blipFill>
        <p:spPr bwMode="auto">
          <a:xfrm>
            <a:off x="2073606" y="2131096"/>
            <a:ext cx="9480020" cy="6363548"/>
          </a:xfrm>
          <a:prstGeom prst="rect">
            <a:avLst/>
          </a:prstGeom>
          <a:noFill/>
          <a:extLst>
            <a:ext uri="{909E8E84-426E-40DD-AFC4-6F175D3DCCD1}">
              <a14:hiddenFill xmlns:a14="http://schemas.microsoft.com/office/drawing/2010/main">
                <a:solidFill>
                  <a:srgbClr val="FFFFFF"/>
                </a:solidFill>
              </a14:hiddenFill>
            </a:ext>
          </a:extLst>
        </p:spPr>
      </p:pic>
      <p:pic>
        <p:nvPicPr>
          <p:cNvPr id="13" name="Imagen 3" descr="Interfaz de usuario gráfica, Texto, Aplicación&#10;&#10;Descripción generada automáticamente">
            <a:extLst>
              <a:ext uri="{FF2B5EF4-FFF2-40B4-BE49-F238E27FC236}">
                <a16:creationId xmlns:a16="http://schemas.microsoft.com/office/drawing/2014/main" id="{8CFC7DB5-553E-292B-4861-FB8403903043}"/>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473226" y="6353239"/>
            <a:ext cx="1041122" cy="1978962"/>
          </a:xfrm>
          <a:prstGeom prst="rect">
            <a:avLst/>
          </a:prstGeom>
        </p:spPr>
      </p:pic>
      <p:sp>
        <p:nvSpPr>
          <p:cNvPr id="15" name="Slide Number Placeholder 16">
            <a:extLst>
              <a:ext uri="{FF2B5EF4-FFF2-40B4-BE49-F238E27FC236}">
                <a16:creationId xmlns:a16="http://schemas.microsoft.com/office/drawing/2014/main" id="{4130D01F-9B85-387E-F308-369AE9758DD9}"/>
              </a:ext>
            </a:extLst>
          </p:cNvPr>
          <p:cNvSpPr txBox="1">
            <a:spLocks/>
          </p:cNvSpPr>
          <p:nvPr/>
        </p:nvSpPr>
        <p:spPr>
          <a:xfrm>
            <a:off x="16009663" y="9824662"/>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8</a:t>
            </a:fld>
            <a:endParaRPr lang="en-US"/>
          </a:p>
        </p:txBody>
      </p:sp>
      <p:pic>
        <p:nvPicPr>
          <p:cNvPr id="6" name="Picture 5">
            <a:extLst>
              <a:ext uri="{FF2B5EF4-FFF2-40B4-BE49-F238E27FC236}">
                <a16:creationId xmlns:a16="http://schemas.microsoft.com/office/drawing/2014/main" id="{11F85995-934B-8EED-73DF-DEF6039C8E45}"/>
              </a:ext>
            </a:extLst>
          </p:cNvPr>
          <p:cNvPicPr>
            <a:picLocks noChangeAspect="1"/>
          </p:cNvPicPr>
          <p:nvPr/>
        </p:nvPicPr>
        <p:blipFill>
          <a:blip r:embed="rId10" cstate="print">
            <a:extLst>
              <a:ext uri="{28A0092B-C50C-407E-A947-70E740481C1C}">
                <a14:useLocalDpi xmlns:a14="http://schemas.microsoft.com/office/drawing/2010/main" val="0"/>
              </a:ext>
            </a:extLst>
          </a:blip>
          <a:srcRect l="32480" t="14003" r="32150" b="19885"/>
          <a:stretch>
            <a:fillRect/>
          </a:stretch>
        </p:blipFill>
        <p:spPr>
          <a:xfrm>
            <a:off x="6495491" y="8269343"/>
            <a:ext cx="933016" cy="1743952"/>
          </a:xfrm>
          <a:prstGeom prst="rect">
            <a:avLst/>
          </a:prstGeom>
        </p:spPr>
      </p:pic>
      <p:grpSp>
        <p:nvGrpSpPr>
          <p:cNvPr id="4" name="Group 3">
            <a:extLst>
              <a:ext uri="{FF2B5EF4-FFF2-40B4-BE49-F238E27FC236}">
                <a16:creationId xmlns:a16="http://schemas.microsoft.com/office/drawing/2014/main" id="{5037411B-7E47-8A50-FAD7-26C37DEEE939}"/>
              </a:ext>
            </a:extLst>
          </p:cNvPr>
          <p:cNvGrpSpPr/>
          <p:nvPr/>
        </p:nvGrpSpPr>
        <p:grpSpPr>
          <a:xfrm>
            <a:off x="1013587" y="4172443"/>
            <a:ext cx="3208054" cy="1942113"/>
            <a:chOff x="420857" y="4439478"/>
            <a:chExt cx="3208054" cy="1942113"/>
          </a:xfrm>
        </p:grpSpPr>
        <p:pic>
          <p:nvPicPr>
            <p:cNvPr id="5" name="Picture 4">
              <a:extLst>
                <a:ext uri="{FF2B5EF4-FFF2-40B4-BE49-F238E27FC236}">
                  <a16:creationId xmlns:a16="http://schemas.microsoft.com/office/drawing/2014/main" id="{0A37594F-7D30-DA41-754C-838267600E80}"/>
                </a:ext>
              </a:extLst>
            </p:cNvPr>
            <p:cNvPicPr>
              <a:picLocks noChangeAspect="1"/>
            </p:cNvPicPr>
            <p:nvPr/>
          </p:nvPicPr>
          <p:blipFill rotWithShape="1">
            <a:blip r:embed="rId11" cstate="print">
              <a:extLst>
                <a:ext uri="{28A0092B-C50C-407E-A947-70E740481C1C}">
                  <a14:useLocalDpi xmlns:a14="http://schemas.microsoft.com/office/drawing/2010/main" val="0"/>
                </a:ext>
              </a:extLst>
            </a:blip>
            <a:srcRect l="33079" t="33276" r="26380" b="26184"/>
            <a:stretch>
              <a:fillRect/>
            </a:stretch>
          </p:blipFill>
          <p:spPr>
            <a:xfrm>
              <a:off x="1686798" y="4439478"/>
              <a:ext cx="1942113" cy="1942113"/>
            </a:xfrm>
            <a:prstGeom prst="rect">
              <a:avLst/>
            </a:prstGeom>
          </p:spPr>
        </p:pic>
        <p:grpSp>
          <p:nvGrpSpPr>
            <p:cNvPr id="7" name="Group 6">
              <a:extLst>
                <a:ext uri="{FF2B5EF4-FFF2-40B4-BE49-F238E27FC236}">
                  <a16:creationId xmlns:a16="http://schemas.microsoft.com/office/drawing/2014/main" id="{AEE8A0DF-E6BE-2BC2-FD96-B9975DCE640C}"/>
                </a:ext>
              </a:extLst>
            </p:cNvPr>
            <p:cNvGrpSpPr/>
            <p:nvPr/>
          </p:nvGrpSpPr>
          <p:grpSpPr>
            <a:xfrm>
              <a:off x="420857" y="4439478"/>
              <a:ext cx="1362272" cy="1793274"/>
              <a:chOff x="10443171" y="2548259"/>
              <a:chExt cx="3849987" cy="5658679"/>
            </a:xfrm>
          </p:grpSpPr>
          <p:pic>
            <p:nvPicPr>
              <p:cNvPr id="9" name="Picture 8">
                <a:extLst>
                  <a:ext uri="{FF2B5EF4-FFF2-40B4-BE49-F238E27FC236}">
                    <a16:creationId xmlns:a16="http://schemas.microsoft.com/office/drawing/2014/main" id="{D2835723-12FF-23AE-9474-486E1A966C52}"/>
                  </a:ext>
                </a:extLst>
              </p:cNvPr>
              <p:cNvPicPr>
                <a:picLocks noChangeAspect="1"/>
              </p:cNvPicPr>
              <p:nvPr/>
            </p:nvPicPr>
            <p:blipFill>
              <a:blip r:embed="rId12" cstate="print">
                <a:extLst>
                  <a:ext uri="{28A0092B-C50C-407E-A947-70E740481C1C}">
                    <a14:useLocalDpi xmlns:a14="http://schemas.microsoft.com/office/drawing/2010/main" val="0"/>
                  </a:ext>
                </a:extLst>
              </a:blip>
              <a:srcRect l="22496" t="25732" r="40917" b="19259"/>
              <a:stretch>
                <a:fillRect/>
              </a:stretch>
            </p:blipFill>
            <p:spPr>
              <a:xfrm>
                <a:off x="10443171" y="2548259"/>
                <a:ext cx="3763618" cy="5658679"/>
              </a:xfrm>
              <a:prstGeom prst="rect">
                <a:avLst/>
              </a:prstGeom>
            </p:spPr>
          </p:pic>
          <p:sp>
            <p:nvSpPr>
              <p:cNvPr id="10" name="Rectangle 9">
                <a:extLst>
                  <a:ext uri="{FF2B5EF4-FFF2-40B4-BE49-F238E27FC236}">
                    <a16:creationId xmlns:a16="http://schemas.microsoft.com/office/drawing/2014/main" id="{AF287CDF-88F5-737B-91C0-FF220E4801E2}"/>
                  </a:ext>
                </a:extLst>
              </p:cNvPr>
              <p:cNvSpPr/>
              <p:nvPr/>
            </p:nvSpPr>
            <p:spPr>
              <a:xfrm>
                <a:off x="12907617" y="4748859"/>
                <a:ext cx="1385541" cy="345807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B52F200-A66D-022C-5B78-860978FB77D7}"/>
                  </a:ext>
                </a:extLst>
              </p:cNvPr>
              <p:cNvSpPr/>
              <p:nvPr/>
            </p:nvSpPr>
            <p:spPr>
              <a:xfrm>
                <a:off x="12801600" y="4748859"/>
                <a:ext cx="185530" cy="6315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64E8CE5D-473C-14C3-D528-58AAAA8CAB6F}"/>
                  </a:ext>
                </a:extLst>
              </p:cNvPr>
              <p:cNvSpPr/>
              <p:nvPr/>
            </p:nvSpPr>
            <p:spPr>
              <a:xfrm>
                <a:off x="12593426" y="4929808"/>
                <a:ext cx="129209" cy="144266"/>
              </a:xfrm>
              <a:prstGeom prst="rect">
                <a:avLst/>
              </a:prstGeom>
              <a:solidFill>
                <a:srgbClr val="954A99"/>
              </a:solidFill>
              <a:ln>
                <a:solidFill>
                  <a:srgbClr val="954A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26740470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7292B5-2D6D-559F-F7CA-ED229E27E504}"/>
            </a:ext>
          </a:extLst>
        </p:cNvPr>
        <p:cNvGrpSpPr/>
        <p:nvPr/>
      </p:nvGrpSpPr>
      <p:grpSpPr>
        <a:xfrm>
          <a:off x="0" y="0"/>
          <a:ext cx="0" cy="0"/>
          <a:chOff x="0" y="0"/>
          <a:chExt cx="0" cy="0"/>
        </a:xfrm>
      </p:grpSpPr>
      <p:grpSp>
        <p:nvGrpSpPr>
          <p:cNvPr id="29" name="Group 28">
            <a:extLst>
              <a:ext uri="{FF2B5EF4-FFF2-40B4-BE49-F238E27FC236}">
                <a16:creationId xmlns:a16="http://schemas.microsoft.com/office/drawing/2014/main" id="{AFFE7D56-9EC2-BF34-0006-FEC4DDDA1C36}"/>
              </a:ext>
            </a:extLst>
          </p:cNvPr>
          <p:cNvGrpSpPr/>
          <p:nvPr/>
        </p:nvGrpSpPr>
        <p:grpSpPr>
          <a:xfrm>
            <a:off x="13729514" y="4285468"/>
            <a:ext cx="3208252" cy="2494790"/>
            <a:chOff x="5489244" y="4098214"/>
            <a:chExt cx="3055129" cy="2196910"/>
          </a:xfrm>
        </p:grpSpPr>
        <p:pic>
          <p:nvPicPr>
            <p:cNvPr id="22" name="Image 5">
              <a:extLst>
                <a:ext uri="{FF2B5EF4-FFF2-40B4-BE49-F238E27FC236}">
                  <a16:creationId xmlns:a16="http://schemas.microsoft.com/office/drawing/2014/main" id="{736B44A8-7395-D124-3FE1-1E3DD7690402}"/>
                </a:ext>
              </a:extLst>
            </p:cNvPr>
            <p:cNvPicPr>
              <a:picLocks noChangeAspect="1"/>
            </p:cNvPicPr>
            <p:nvPr/>
          </p:nvPicPr>
          <p:blipFill>
            <a:blip r:embed="rId3"/>
            <a:srcRect t="10407"/>
            <a:stretch>
              <a:fillRect/>
            </a:stretch>
          </p:blipFill>
          <p:spPr>
            <a:xfrm>
              <a:off x="5489244" y="4098214"/>
              <a:ext cx="3055129" cy="2196910"/>
            </a:xfrm>
            <a:prstGeom prst="roundRect">
              <a:avLst/>
            </a:prstGeom>
          </p:spPr>
        </p:pic>
        <p:pic>
          <p:nvPicPr>
            <p:cNvPr id="25" name="Image 4">
              <a:extLst>
                <a:ext uri="{FF2B5EF4-FFF2-40B4-BE49-F238E27FC236}">
                  <a16:creationId xmlns:a16="http://schemas.microsoft.com/office/drawing/2014/main" id="{07FA079C-B042-395F-0BCE-3BC3EE889E4A}"/>
                </a:ext>
              </a:extLst>
            </p:cNvPr>
            <p:cNvPicPr>
              <a:picLocks noChangeAspect="1"/>
            </p:cNvPicPr>
            <p:nvPr/>
          </p:nvPicPr>
          <p:blipFill>
            <a:blip r:embed="rId4"/>
            <a:stretch>
              <a:fillRect/>
            </a:stretch>
          </p:blipFill>
          <p:spPr>
            <a:xfrm>
              <a:off x="5489244" y="5029094"/>
              <a:ext cx="1442498" cy="1266030"/>
            </a:xfrm>
            <a:prstGeom prst="roundRect">
              <a:avLst/>
            </a:prstGeom>
          </p:spPr>
        </p:pic>
      </p:grpSp>
      <p:sp>
        <p:nvSpPr>
          <p:cNvPr id="23" name="Rectángulo 22">
            <a:extLst>
              <a:ext uri="{FF2B5EF4-FFF2-40B4-BE49-F238E27FC236}">
                <a16:creationId xmlns:a16="http://schemas.microsoft.com/office/drawing/2014/main" id="{285E2EB8-EE1D-6570-3DCF-AF2032FBF00B}"/>
              </a:ext>
            </a:extLst>
          </p:cNvPr>
          <p:cNvSpPr/>
          <p:nvPr/>
        </p:nvSpPr>
        <p:spPr>
          <a:xfrm>
            <a:off x="0" y="-3921"/>
            <a:ext cx="18288000" cy="1700412"/>
          </a:xfrm>
          <a:prstGeom prst="rect">
            <a:avLst/>
          </a:prstGeom>
          <a:gradFill flip="none" rotWithShape="1">
            <a:gsLst>
              <a:gs pos="0">
                <a:srgbClr val="445240"/>
              </a:gs>
              <a:gs pos="88000">
                <a:srgbClr val="445240">
                  <a:alpha val="17000"/>
                </a:srgbClr>
              </a:gs>
              <a:gs pos="54000">
                <a:srgbClr val="445240">
                  <a:alpha val="64000"/>
                </a:srgbClr>
              </a:gs>
              <a:gs pos="74000">
                <a:srgbClr val="445240">
                  <a:alpha val="49000"/>
                </a:srgbClr>
              </a:gs>
              <a:gs pos="100000">
                <a:srgbClr val="445240">
                  <a:alpha val="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 name="Picture 12" descr="A green number with a white background&#10;&#10;Description automatically generated">
            <a:extLst>
              <a:ext uri="{FF2B5EF4-FFF2-40B4-BE49-F238E27FC236}">
                <a16:creationId xmlns:a16="http://schemas.microsoft.com/office/drawing/2014/main" id="{7E354DAD-2967-0A7B-0A6C-A99B5394FA0F}"/>
              </a:ext>
            </a:extLst>
          </p:cNvPr>
          <p:cNvPicPr>
            <a:picLocks noChangeAspect="1"/>
          </p:cNvPicPr>
          <p:nvPr/>
        </p:nvPicPr>
        <p:blipFill>
          <a:blip r:embed="rId5" cstate="print">
            <a:biLevel thresh="25000"/>
            <a:extLst>
              <a:ext uri="{BEBA8EAE-BF5A-486C-A8C5-ECC9F3942E4B}">
                <a14:imgProps xmlns:a14="http://schemas.microsoft.com/office/drawing/2010/main">
                  <a14:imgLayer r:embed="rId6">
                    <a14:imgEffect>
                      <a14:backgroundRemoval t="14524" b="87143" l="1586" r="97260">
                        <a14:foregroundMark x1="16078" y1="39286" x2="16078" y2="39286"/>
                        <a14:foregroundMark x1="6849" y1="41905" x2="6849" y2="41905"/>
                        <a14:foregroundMark x1="50180" y1="55238" x2="50180" y2="55238"/>
                        <a14:foregroundMark x1="30209" y1="87143" x2="30209" y2="87143"/>
                        <a14:foregroundMark x1="60923" y1="54762" x2="60923" y2="54762"/>
                        <a14:foregroundMark x1="72675" y1="57857" x2="72675" y2="57857"/>
                        <a14:foregroundMark x1="89257" y1="44048" x2="89257" y2="44048"/>
                        <a14:foregroundMark x1="97404" y1="31667" x2="97404" y2="31667"/>
                        <a14:foregroundMark x1="5479" y1="62381" x2="5479" y2="62381"/>
                        <a14:foregroundMark x1="1586" y1="84762" x2="1586" y2="84762"/>
                      </a14:backgroundRemoval>
                    </a14:imgEffect>
                    <a14:imgEffect>
                      <a14:artisticTexturizer/>
                    </a14:imgEffect>
                    <a14:imgEffect>
                      <a14:saturation sat="33000"/>
                    </a14:imgEffect>
                  </a14:imgLayer>
                </a14:imgProps>
              </a:ext>
              <a:ext uri="{28A0092B-C50C-407E-A947-70E740481C1C}">
                <a14:useLocalDpi xmlns:a14="http://schemas.microsoft.com/office/drawing/2010/main" val="0"/>
              </a:ext>
            </a:extLst>
          </a:blip>
          <a:srcRect l="486" t="6154" r="583" b="7919"/>
          <a:stretch>
            <a:fillRect/>
          </a:stretch>
        </p:blipFill>
        <p:spPr>
          <a:xfrm>
            <a:off x="14206789" y="159703"/>
            <a:ext cx="3738723" cy="983295"/>
          </a:xfrm>
          <a:prstGeom prst="rect">
            <a:avLst/>
          </a:prstGeom>
        </p:spPr>
      </p:pic>
      <p:sp>
        <p:nvSpPr>
          <p:cNvPr id="3" name="CuadroTexto 2">
            <a:extLst>
              <a:ext uri="{FF2B5EF4-FFF2-40B4-BE49-F238E27FC236}">
                <a16:creationId xmlns:a16="http://schemas.microsoft.com/office/drawing/2014/main" id="{FE2A349A-3A69-6BA4-BCDF-F96450415CE4}"/>
              </a:ext>
            </a:extLst>
          </p:cNvPr>
          <p:cNvSpPr txBox="1"/>
          <p:nvPr/>
        </p:nvSpPr>
        <p:spPr>
          <a:xfrm>
            <a:off x="420857" y="117133"/>
            <a:ext cx="13191904" cy="1323439"/>
          </a:xfrm>
          <a:prstGeom prst="rect">
            <a:avLst/>
          </a:prstGeom>
          <a:noFill/>
        </p:spPr>
        <p:txBody>
          <a:bodyPr wrap="square" rtlCol="0">
            <a:spAutoFit/>
          </a:bodyPr>
          <a:lstStyle/>
          <a:p>
            <a:pPr algn="ctr"/>
            <a:r>
              <a:rPr lang="fr-FR" sz="8000" dirty="0">
                <a:solidFill>
                  <a:schemeClr val="bg1"/>
                </a:solidFill>
                <a:latin typeface="Arial" panose="020B0604020202020204" pitchFamily="34" charset="0"/>
                <a:cs typeface="Arial" panose="020B0604020202020204" pitchFamily="34" charset="0"/>
              </a:rPr>
              <a:t>The Project </a:t>
            </a:r>
          </a:p>
        </p:txBody>
      </p:sp>
      <p:sp>
        <p:nvSpPr>
          <p:cNvPr id="15" name="Slide Number Placeholder 16">
            <a:extLst>
              <a:ext uri="{FF2B5EF4-FFF2-40B4-BE49-F238E27FC236}">
                <a16:creationId xmlns:a16="http://schemas.microsoft.com/office/drawing/2014/main" id="{B3B7CB0E-2C17-E8E2-3840-5CD958C550A7}"/>
              </a:ext>
            </a:extLst>
          </p:cNvPr>
          <p:cNvSpPr txBox="1">
            <a:spLocks/>
          </p:cNvSpPr>
          <p:nvPr/>
        </p:nvSpPr>
        <p:spPr>
          <a:xfrm>
            <a:off x="16009663" y="9824662"/>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9</a:t>
            </a:fld>
            <a:endParaRPr lang="en-US"/>
          </a:p>
        </p:txBody>
      </p:sp>
      <p:grpSp>
        <p:nvGrpSpPr>
          <p:cNvPr id="4" name="Group 3">
            <a:extLst>
              <a:ext uri="{FF2B5EF4-FFF2-40B4-BE49-F238E27FC236}">
                <a16:creationId xmlns:a16="http://schemas.microsoft.com/office/drawing/2014/main" id="{3BD51231-D769-D00E-AA07-16B7976F0A77}"/>
              </a:ext>
            </a:extLst>
          </p:cNvPr>
          <p:cNvGrpSpPr/>
          <p:nvPr/>
        </p:nvGrpSpPr>
        <p:grpSpPr>
          <a:xfrm>
            <a:off x="420857" y="4335480"/>
            <a:ext cx="3983416" cy="2444778"/>
            <a:chOff x="420857" y="4439478"/>
            <a:chExt cx="3208054" cy="1942113"/>
          </a:xfrm>
        </p:grpSpPr>
        <p:pic>
          <p:nvPicPr>
            <p:cNvPr id="5" name="Picture 4">
              <a:extLst>
                <a:ext uri="{FF2B5EF4-FFF2-40B4-BE49-F238E27FC236}">
                  <a16:creationId xmlns:a16="http://schemas.microsoft.com/office/drawing/2014/main" id="{5130E6D5-F1E1-77B9-3184-E5970BF4FFB1}"/>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33079" t="33276" r="26380" b="26184"/>
            <a:stretch>
              <a:fillRect/>
            </a:stretch>
          </p:blipFill>
          <p:spPr>
            <a:xfrm>
              <a:off x="1686798" y="4439478"/>
              <a:ext cx="1942113" cy="1942113"/>
            </a:xfrm>
            <a:prstGeom prst="rect">
              <a:avLst/>
            </a:prstGeom>
          </p:spPr>
        </p:pic>
        <p:grpSp>
          <p:nvGrpSpPr>
            <p:cNvPr id="7" name="Group 6">
              <a:extLst>
                <a:ext uri="{FF2B5EF4-FFF2-40B4-BE49-F238E27FC236}">
                  <a16:creationId xmlns:a16="http://schemas.microsoft.com/office/drawing/2014/main" id="{DF2973EC-83B8-B19E-961F-4C335DBE63C4}"/>
                </a:ext>
              </a:extLst>
            </p:cNvPr>
            <p:cNvGrpSpPr/>
            <p:nvPr/>
          </p:nvGrpSpPr>
          <p:grpSpPr>
            <a:xfrm>
              <a:off x="420857" y="4439478"/>
              <a:ext cx="1362272" cy="1793274"/>
              <a:chOff x="10443171" y="2548259"/>
              <a:chExt cx="3849987" cy="5658679"/>
            </a:xfrm>
          </p:grpSpPr>
          <p:pic>
            <p:nvPicPr>
              <p:cNvPr id="9" name="Picture 8">
                <a:extLst>
                  <a:ext uri="{FF2B5EF4-FFF2-40B4-BE49-F238E27FC236}">
                    <a16:creationId xmlns:a16="http://schemas.microsoft.com/office/drawing/2014/main" id="{B65BC2E6-72A2-AA0A-42D2-8F40E8C6E1A5}"/>
                  </a:ext>
                </a:extLst>
              </p:cNvPr>
              <p:cNvPicPr>
                <a:picLocks noChangeAspect="1"/>
              </p:cNvPicPr>
              <p:nvPr/>
            </p:nvPicPr>
            <p:blipFill>
              <a:blip r:embed="rId8" cstate="print">
                <a:extLst>
                  <a:ext uri="{28A0092B-C50C-407E-A947-70E740481C1C}">
                    <a14:useLocalDpi xmlns:a14="http://schemas.microsoft.com/office/drawing/2010/main" val="0"/>
                  </a:ext>
                </a:extLst>
              </a:blip>
              <a:srcRect l="22496" t="25732" r="40917" b="19259"/>
              <a:stretch>
                <a:fillRect/>
              </a:stretch>
            </p:blipFill>
            <p:spPr>
              <a:xfrm>
                <a:off x="10443171" y="2548259"/>
                <a:ext cx="3763618" cy="5658679"/>
              </a:xfrm>
              <a:prstGeom prst="rect">
                <a:avLst/>
              </a:prstGeom>
            </p:spPr>
          </p:pic>
          <p:sp>
            <p:nvSpPr>
              <p:cNvPr id="10" name="Rectangle 9">
                <a:extLst>
                  <a:ext uri="{FF2B5EF4-FFF2-40B4-BE49-F238E27FC236}">
                    <a16:creationId xmlns:a16="http://schemas.microsoft.com/office/drawing/2014/main" id="{F1946FDD-3768-0857-1BB1-5B7EC30FAFF6}"/>
                  </a:ext>
                </a:extLst>
              </p:cNvPr>
              <p:cNvSpPr/>
              <p:nvPr/>
            </p:nvSpPr>
            <p:spPr>
              <a:xfrm>
                <a:off x="12907617" y="4748859"/>
                <a:ext cx="1385541" cy="345807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15D9900-80DA-80F1-D1CA-7350A1AAAF02}"/>
                  </a:ext>
                </a:extLst>
              </p:cNvPr>
              <p:cNvSpPr/>
              <p:nvPr/>
            </p:nvSpPr>
            <p:spPr>
              <a:xfrm>
                <a:off x="12801600" y="4748859"/>
                <a:ext cx="185530" cy="6315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E97B11A-DE89-972F-1310-6C619E74AA99}"/>
                  </a:ext>
                </a:extLst>
              </p:cNvPr>
              <p:cNvSpPr/>
              <p:nvPr/>
            </p:nvSpPr>
            <p:spPr>
              <a:xfrm>
                <a:off x="12593426" y="4929808"/>
                <a:ext cx="129209" cy="144266"/>
              </a:xfrm>
              <a:prstGeom prst="rect">
                <a:avLst/>
              </a:prstGeom>
              <a:solidFill>
                <a:srgbClr val="954A99"/>
              </a:solidFill>
              <a:ln>
                <a:solidFill>
                  <a:srgbClr val="954A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8" name="TextBox 7">
            <a:extLst>
              <a:ext uri="{FF2B5EF4-FFF2-40B4-BE49-F238E27FC236}">
                <a16:creationId xmlns:a16="http://schemas.microsoft.com/office/drawing/2014/main" id="{B3C8F093-2A7A-6B7D-F4AE-485B1F95DA4B}"/>
              </a:ext>
            </a:extLst>
          </p:cNvPr>
          <p:cNvSpPr txBox="1"/>
          <p:nvPr/>
        </p:nvSpPr>
        <p:spPr>
          <a:xfrm>
            <a:off x="3946246" y="3109697"/>
            <a:ext cx="9666515" cy="4708981"/>
          </a:xfrm>
          <a:prstGeom prst="rect">
            <a:avLst/>
          </a:prstGeom>
          <a:noFill/>
        </p:spPr>
        <p:txBody>
          <a:bodyPr wrap="square" rtlCol="0">
            <a:spAutoFit/>
          </a:bodyPr>
          <a:lstStyle/>
          <a:p>
            <a:pPr algn="ctr"/>
            <a:r>
              <a:rPr lang="en-US" sz="6000" dirty="0">
                <a:solidFill>
                  <a:schemeClr val="accent3">
                    <a:lumMod val="50000"/>
                  </a:schemeClr>
                </a:solidFill>
                <a:latin typeface="Amasis MT Pro" panose="02040504050005020304" pitchFamily="18" charset="0"/>
              </a:rPr>
              <a:t>What collection strategy should be developed to facilitate plastic waste recycling across the territory</a:t>
            </a:r>
            <a:r>
              <a:rPr lang="en-US" sz="6000" b="1" dirty="0">
                <a:ln w="13462">
                  <a:solidFill>
                    <a:schemeClr val="accent3">
                      <a:lumMod val="50000"/>
                    </a:schemeClr>
                  </a:solidFill>
                  <a:prstDash val="solid"/>
                </a:ln>
                <a:solidFill>
                  <a:schemeClr val="accent3">
                    <a:lumMod val="50000"/>
                  </a:schemeClr>
                </a:solidFill>
                <a:effectLst>
                  <a:outerShdw dist="38100" dir="2700000" algn="bl" rotWithShape="0">
                    <a:schemeClr val="accent5"/>
                  </a:outerShdw>
                </a:effectLst>
                <a:latin typeface="Amasis MT Pro" panose="02040504050005020304" pitchFamily="18" charset="0"/>
              </a:rPr>
              <a:t>?</a:t>
            </a:r>
            <a:endParaRPr lang="en-US" sz="6000" dirty="0">
              <a:solidFill>
                <a:schemeClr val="accent3">
                  <a:lumMod val="50000"/>
                </a:schemeClr>
              </a:solidFill>
              <a:latin typeface="Amasis MT Pro" panose="02040504050005020304" pitchFamily="18" charset="0"/>
            </a:endParaRPr>
          </a:p>
        </p:txBody>
      </p:sp>
    </p:spTree>
    <p:extLst>
      <p:ext uri="{BB962C8B-B14F-4D97-AF65-F5344CB8AC3E}">
        <p14:creationId xmlns:p14="http://schemas.microsoft.com/office/powerpoint/2010/main" val="8208550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27B8AA-B5B6-416C-7291-A71E29ABFA6A}"/>
            </a:ext>
          </a:extLst>
        </p:cNvPr>
        <p:cNvGrpSpPr/>
        <p:nvPr/>
      </p:nvGrpSpPr>
      <p:grpSpPr>
        <a:xfrm>
          <a:off x="0" y="0"/>
          <a:ext cx="0" cy="0"/>
          <a:chOff x="0" y="0"/>
          <a:chExt cx="0" cy="0"/>
        </a:xfrm>
      </p:grpSpPr>
      <p:grpSp>
        <p:nvGrpSpPr>
          <p:cNvPr id="33" name="Group 32">
            <a:extLst>
              <a:ext uri="{FF2B5EF4-FFF2-40B4-BE49-F238E27FC236}">
                <a16:creationId xmlns:a16="http://schemas.microsoft.com/office/drawing/2014/main" id="{8AAEC918-9FA2-2A94-DB1A-8334E4CA0268}"/>
              </a:ext>
            </a:extLst>
          </p:cNvPr>
          <p:cNvGrpSpPr/>
          <p:nvPr/>
        </p:nvGrpSpPr>
        <p:grpSpPr>
          <a:xfrm>
            <a:off x="5508048" y="3746090"/>
            <a:ext cx="3208252" cy="2494790"/>
            <a:chOff x="5489244" y="4098214"/>
            <a:chExt cx="3055129" cy="2196910"/>
          </a:xfrm>
        </p:grpSpPr>
        <p:pic>
          <p:nvPicPr>
            <p:cNvPr id="34" name="Image 5">
              <a:extLst>
                <a:ext uri="{FF2B5EF4-FFF2-40B4-BE49-F238E27FC236}">
                  <a16:creationId xmlns:a16="http://schemas.microsoft.com/office/drawing/2014/main" id="{DB948DA5-5B6B-6116-AEBB-F97B3626A8AC}"/>
                </a:ext>
              </a:extLst>
            </p:cNvPr>
            <p:cNvPicPr>
              <a:picLocks noChangeAspect="1"/>
            </p:cNvPicPr>
            <p:nvPr/>
          </p:nvPicPr>
          <p:blipFill>
            <a:blip r:embed="rId3"/>
            <a:srcRect t="10407"/>
            <a:stretch>
              <a:fillRect/>
            </a:stretch>
          </p:blipFill>
          <p:spPr>
            <a:xfrm>
              <a:off x="5489244" y="4098214"/>
              <a:ext cx="3055129" cy="2196910"/>
            </a:xfrm>
            <a:prstGeom prst="roundRect">
              <a:avLst/>
            </a:prstGeom>
          </p:spPr>
        </p:pic>
        <p:pic>
          <p:nvPicPr>
            <p:cNvPr id="35" name="Image 4">
              <a:extLst>
                <a:ext uri="{FF2B5EF4-FFF2-40B4-BE49-F238E27FC236}">
                  <a16:creationId xmlns:a16="http://schemas.microsoft.com/office/drawing/2014/main" id="{C1FE2644-3AA2-A335-95A8-86A83317BF26}"/>
                </a:ext>
              </a:extLst>
            </p:cNvPr>
            <p:cNvPicPr>
              <a:picLocks noChangeAspect="1"/>
            </p:cNvPicPr>
            <p:nvPr/>
          </p:nvPicPr>
          <p:blipFill>
            <a:blip r:embed="rId4"/>
            <a:stretch>
              <a:fillRect/>
            </a:stretch>
          </p:blipFill>
          <p:spPr>
            <a:xfrm>
              <a:off x="5489244" y="5029094"/>
              <a:ext cx="1442498" cy="1266030"/>
            </a:xfrm>
            <a:prstGeom prst="roundRect">
              <a:avLst/>
            </a:prstGeom>
          </p:spPr>
        </p:pic>
      </p:grpSp>
      <p:sp>
        <p:nvSpPr>
          <p:cNvPr id="23" name="Rectángulo 22">
            <a:extLst>
              <a:ext uri="{FF2B5EF4-FFF2-40B4-BE49-F238E27FC236}">
                <a16:creationId xmlns:a16="http://schemas.microsoft.com/office/drawing/2014/main" id="{19A165EE-898B-D4CB-E9E9-92AEAB01C293}"/>
              </a:ext>
            </a:extLst>
          </p:cNvPr>
          <p:cNvSpPr/>
          <p:nvPr/>
        </p:nvSpPr>
        <p:spPr>
          <a:xfrm>
            <a:off x="0" y="-3921"/>
            <a:ext cx="18288000" cy="1700412"/>
          </a:xfrm>
          <a:prstGeom prst="rect">
            <a:avLst/>
          </a:prstGeom>
          <a:gradFill flip="none" rotWithShape="1">
            <a:gsLst>
              <a:gs pos="0">
                <a:srgbClr val="445240"/>
              </a:gs>
              <a:gs pos="88000">
                <a:srgbClr val="445240">
                  <a:alpha val="17000"/>
                </a:srgbClr>
              </a:gs>
              <a:gs pos="54000">
                <a:srgbClr val="445240">
                  <a:alpha val="64000"/>
                </a:srgbClr>
              </a:gs>
              <a:gs pos="74000">
                <a:srgbClr val="445240">
                  <a:alpha val="49000"/>
                </a:srgbClr>
              </a:gs>
              <a:gs pos="100000">
                <a:srgbClr val="445240">
                  <a:alpha val="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 name="Picture 12" descr="A green number with a white background&#10;&#10;Description automatically generated">
            <a:extLst>
              <a:ext uri="{FF2B5EF4-FFF2-40B4-BE49-F238E27FC236}">
                <a16:creationId xmlns:a16="http://schemas.microsoft.com/office/drawing/2014/main" id="{917A4E9F-9486-9CDA-B971-4A50E1BCAB00}"/>
              </a:ext>
            </a:extLst>
          </p:cNvPr>
          <p:cNvPicPr>
            <a:picLocks noChangeAspect="1"/>
          </p:cNvPicPr>
          <p:nvPr/>
        </p:nvPicPr>
        <p:blipFill>
          <a:blip r:embed="rId5" cstate="print">
            <a:biLevel thresh="25000"/>
            <a:extLst>
              <a:ext uri="{BEBA8EAE-BF5A-486C-A8C5-ECC9F3942E4B}">
                <a14:imgProps xmlns:a14="http://schemas.microsoft.com/office/drawing/2010/main">
                  <a14:imgLayer r:embed="rId6">
                    <a14:imgEffect>
                      <a14:backgroundRemoval t="14524" b="87143" l="1586" r="97260">
                        <a14:foregroundMark x1="16078" y1="39286" x2="16078" y2="39286"/>
                        <a14:foregroundMark x1="6849" y1="41905" x2="6849" y2="41905"/>
                        <a14:foregroundMark x1="50180" y1="55238" x2="50180" y2="55238"/>
                        <a14:foregroundMark x1="30209" y1="87143" x2="30209" y2="87143"/>
                        <a14:foregroundMark x1="60923" y1="54762" x2="60923" y2="54762"/>
                        <a14:foregroundMark x1="72675" y1="57857" x2="72675" y2="57857"/>
                        <a14:foregroundMark x1="89257" y1="44048" x2="89257" y2="44048"/>
                        <a14:foregroundMark x1="97404" y1="31667" x2="97404" y2="31667"/>
                        <a14:foregroundMark x1="5479" y1="62381" x2="5479" y2="62381"/>
                        <a14:foregroundMark x1="1586" y1="84762" x2="1586" y2="84762"/>
                      </a14:backgroundRemoval>
                    </a14:imgEffect>
                    <a14:imgEffect>
                      <a14:artisticTexturizer/>
                    </a14:imgEffect>
                    <a14:imgEffect>
                      <a14:saturation sat="33000"/>
                    </a14:imgEffect>
                  </a14:imgLayer>
                </a14:imgProps>
              </a:ext>
              <a:ext uri="{28A0092B-C50C-407E-A947-70E740481C1C}">
                <a14:useLocalDpi xmlns:a14="http://schemas.microsoft.com/office/drawing/2010/main" val="0"/>
              </a:ext>
            </a:extLst>
          </a:blip>
          <a:srcRect l="486" t="6154" r="583" b="7919"/>
          <a:stretch>
            <a:fillRect/>
          </a:stretch>
        </p:blipFill>
        <p:spPr>
          <a:xfrm>
            <a:off x="14206789" y="159703"/>
            <a:ext cx="3738723" cy="983295"/>
          </a:xfrm>
          <a:prstGeom prst="rect">
            <a:avLst/>
          </a:prstGeom>
        </p:spPr>
      </p:pic>
      <p:sp>
        <p:nvSpPr>
          <p:cNvPr id="3" name="CuadroTexto 2">
            <a:extLst>
              <a:ext uri="{FF2B5EF4-FFF2-40B4-BE49-F238E27FC236}">
                <a16:creationId xmlns:a16="http://schemas.microsoft.com/office/drawing/2014/main" id="{D6CFA98B-245A-7C6C-666E-18376A5D93C6}"/>
              </a:ext>
            </a:extLst>
          </p:cNvPr>
          <p:cNvSpPr txBox="1"/>
          <p:nvPr/>
        </p:nvSpPr>
        <p:spPr>
          <a:xfrm>
            <a:off x="420857" y="117133"/>
            <a:ext cx="13191904" cy="1323439"/>
          </a:xfrm>
          <a:prstGeom prst="rect">
            <a:avLst/>
          </a:prstGeom>
          <a:noFill/>
        </p:spPr>
        <p:txBody>
          <a:bodyPr wrap="square" rtlCol="0">
            <a:spAutoFit/>
          </a:bodyPr>
          <a:lstStyle/>
          <a:p>
            <a:pPr algn="ctr"/>
            <a:r>
              <a:rPr lang="fr-FR" sz="8000" dirty="0">
                <a:solidFill>
                  <a:schemeClr val="bg1"/>
                </a:solidFill>
                <a:latin typeface="Arial" panose="020B0604020202020204" pitchFamily="34" charset="0"/>
                <a:cs typeface="Arial" panose="020B0604020202020204" pitchFamily="34" charset="0"/>
              </a:rPr>
              <a:t>The Project </a:t>
            </a:r>
          </a:p>
        </p:txBody>
      </p:sp>
      <p:pic>
        <p:nvPicPr>
          <p:cNvPr id="1026" name="Picture 2">
            <a:extLst>
              <a:ext uri="{FF2B5EF4-FFF2-40B4-BE49-F238E27FC236}">
                <a16:creationId xmlns:a16="http://schemas.microsoft.com/office/drawing/2014/main" id="{53291113-3702-6A3C-A786-4C8D5CA92228}"/>
              </a:ext>
            </a:extLst>
          </p:cNvPr>
          <p:cNvPicPr>
            <a:picLocks noChangeAspect="1" noChangeArrowheads="1"/>
          </p:cNvPicPr>
          <p:nvPr/>
        </p:nvPicPr>
        <p:blipFill rotWithShape="1">
          <a:blip r:embed="rId7" cstate="print">
            <a:extLst>
              <a:ext uri="{BEBA8EAE-BF5A-486C-A8C5-ECC9F3942E4B}">
                <a14:imgProps xmlns:a14="http://schemas.microsoft.com/office/drawing/2010/main">
                  <a14:imgLayer r:embed="rId8">
                    <a14:imgEffect>
                      <a14:backgroundRemoval t="10000" b="90000" l="10000" r="90000"/>
                    </a14:imgEffect>
                  </a14:imgLayer>
                </a14:imgProps>
              </a:ext>
              <a:ext uri="{28A0092B-C50C-407E-A947-70E740481C1C}">
                <a14:useLocalDpi xmlns:a14="http://schemas.microsoft.com/office/drawing/2010/main" val="0"/>
              </a:ext>
            </a:extLst>
          </a:blip>
          <a:srcRect r="7404" b="6093"/>
          <a:stretch>
            <a:fillRect/>
          </a:stretch>
        </p:blipFill>
        <p:spPr bwMode="auto">
          <a:xfrm>
            <a:off x="2073606" y="2131096"/>
            <a:ext cx="9480020" cy="6363548"/>
          </a:xfrm>
          <a:prstGeom prst="rect">
            <a:avLst/>
          </a:prstGeom>
          <a:noFill/>
          <a:extLst>
            <a:ext uri="{909E8E84-426E-40DD-AFC4-6F175D3DCCD1}">
              <a14:hiddenFill xmlns:a14="http://schemas.microsoft.com/office/drawing/2010/main">
                <a:solidFill>
                  <a:srgbClr val="FFFFFF"/>
                </a:solidFill>
              </a14:hiddenFill>
            </a:ext>
          </a:extLst>
        </p:spPr>
      </p:pic>
      <p:pic>
        <p:nvPicPr>
          <p:cNvPr id="13" name="Imagen 3" descr="Interfaz de usuario gráfica, Texto, Aplicación&#10;&#10;Descripción generada automáticamente">
            <a:extLst>
              <a:ext uri="{FF2B5EF4-FFF2-40B4-BE49-F238E27FC236}">
                <a16:creationId xmlns:a16="http://schemas.microsoft.com/office/drawing/2014/main" id="{F748F293-8AE8-33F4-AA5E-90A54F446434}"/>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473226" y="6353239"/>
            <a:ext cx="1041122" cy="1978962"/>
          </a:xfrm>
          <a:prstGeom prst="rect">
            <a:avLst/>
          </a:prstGeom>
        </p:spPr>
      </p:pic>
      <p:sp>
        <p:nvSpPr>
          <p:cNvPr id="15" name="Slide Number Placeholder 16">
            <a:extLst>
              <a:ext uri="{FF2B5EF4-FFF2-40B4-BE49-F238E27FC236}">
                <a16:creationId xmlns:a16="http://schemas.microsoft.com/office/drawing/2014/main" id="{E5D2EF84-8E4C-5D9A-6AFE-7F65A3FA0941}"/>
              </a:ext>
            </a:extLst>
          </p:cNvPr>
          <p:cNvSpPr txBox="1">
            <a:spLocks/>
          </p:cNvSpPr>
          <p:nvPr/>
        </p:nvSpPr>
        <p:spPr>
          <a:xfrm>
            <a:off x="16009663" y="9824662"/>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10</a:t>
            </a:fld>
            <a:endParaRPr lang="en-US"/>
          </a:p>
        </p:txBody>
      </p:sp>
      <p:pic>
        <p:nvPicPr>
          <p:cNvPr id="6" name="Picture 5">
            <a:extLst>
              <a:ext uri="{FF2B5EF4-FFF2-40B4-BE49-F238E27FC236}">
                <a16:creationId xmlns:a16="http://schemas.microsoft.com/office/drawing/2014/main" id="{2D9A7455-A201-B732-430E-0E7018180E24}"/>
              </a:ext>
            </a:extLst>
          </p:cNvPr>
          <p:cNvPicPr>
            <a:picLocks noChangeAspect="1"/>
          </p:cNvPicPr>
          <p:nvPr/>
        </p:nvPicPr>
        <p:blipFill>
          <a:blip r:embed="rId10" cstate="print">
            <a:extLst>
              <a:ext uri="{28A0092B-C50C-407E-A947-70E740481C1C}">
                <a14:useLocalDpi xmlns:a14="http://schemas.microsoft.com/office/drawing/2010/main" val="0"/>
              </a:ext>
            </a:extLst>
          </a:blip>
          <a:srcRect l="32480" t="14003" r="32150" b="19885"/>
          <a:stretch>
            <a:fillRect/>
          </a:stretch>
        </p:blipFill>
        <p:spPr>
          <a:xfrm>
            <a:off x="6495491" y="8269343"/>
            <a:ext cx="933016" cy="1743952"/>
          </a:xfrm>
          <a:prstGeom prst="rect">
            <a:avLst/>
          </a:prstGeom>
        </p:spPr>
      </p:pic>
      <p:grpSp>
        <p:nvGrpSpPr>
          <p:cNvPr id="4" name="Group 3">
            <a:extLst>
              <a:ext uri="{FF2B5EF4-FFF2-40B4-BE49-F238E27FC236}">
                <a16:creationId xmlns:a16="http://schemas.microsoft.com/office/drawing/2014/main" id="{662DB75E-CDA5-EE7C-E186-B83916AC4D09}"/>
              </a:ext>
            </a:extLst>
          </p:cNvPr>
          <p:cNvGrpSpPr/>
          <p:nvPr/>
        </p:nvGrpSpPr>
        <p:grpSpPr>
          <a:xfrm>
            <a:off x="1013587" y="4172443"/>
            <a:ext cx="3208054" cy="1942113"/>
            <a:chOff x="420857" y="4439478"/>
            <a:chExt cx="3208054" cy="1942113"/>
          </a:xfrm>
        </p:grpSpPr>
        <p:pic>
          <p:nvPicPr>
            <p:cNvPr id="5" name="Picture 4">
              <a:extLst>
                <a:ext uri="{FF2B5EF4-FFF2-40B4-BE49-F238E27FC236}">
                  <a16:creationId xmlns:a16="http://schemas.microsoft.com/office/drawing/2014/main" id="{EA42BCA5-255C-ABE5-1A0A-B5C091247C24}"/>
                </a:ext>
              </a:extLst>
            </p:cNvPr>
            <p:cNvPicPr>
              <a:picLocks noChangeAspect="1"/>
            </p:cNvPicPr>
            <p:nvPr/>
          </p:nvPicPr>
          <p:blipFill rotWithShape="1">
            <a:blip r:embed="rId11" cstate="print">
              <a:extLst>
                <a:ext uri="{28A0092B-C50C-407E-A947-70E740481C1C}">
                  <a14:useLocalDpi xmlns:a14="http://schemas.microsoft.com/office/drawing/2010/main" val="0"/>
                </a:ext>
              </a:extLst>
            </a:blip>
            <a:srcRect l="33079" t="33276" r="26380" b="26184"/>
            <a:stretch>
              <a:fillRect/>
            </a:stretch>
          </p:blipFill>
          <p:spPr>
            <a:xfrm>
              <a:off x="1686798" y="4439478"/>
              <a:ext cx="1942113" cy="1942113"/>
            </a:xfrm>
            <a:prstGeom prst="rect">
              <a:avLst/>
            </a:prstGeom>
          </p:spPr>
        </p:pic>
        <p:grpSp>
          <p:nvGrpSpPr>
            <p:cNvPr id="7" name="Group 6">
              <a:extLst>
                <a:ext uri="{FF2B5EF4-FFF2-40B4-BE49-F238E27FC236}">
                  <a16:creationId xmlns:a16="http://schemas.microsoft.com/office/drawing/2014/main" id="{BC03E6CC-ED8A-8BA3-FDD9-04E1A750576D}"/>
                </a:ext>
              </a:extLst>
            </p:cNvPr>
            <p:cNvGrpSpPr/>
            <p:nvPr/>
          </p:nvGrpSpPr>
          <p:grpSpPr>
            <a:xfrm>
              <a:off x="420857" y="4439478"/>
              <a:ext cx="1362272" cy="1793274"/>
              <a:chOff x="10443171" y="2548259"/>
              <a:chExt cx="3849987" cy="5658679"/>
            </a:xfrm>
          </p:grpSpPr>
          <p:pic>
            <p:nvPicPr>
              <p:cNvPr id="9" name="Picture 8">
                <a:extLst>
                  <a:ext uri="{FF2B5EF4-FFF2-40B4-BE49-F238E27FC236}">
                    <a16:creationId xmlns:a16="http://schemas.microsoft.com/office/drawing/2014/main" id="{462E7A0F-A30D-471D-360F-7D73B8343DBA}"/>
                  </a:ext>
                </a:extLst>
              </p:cNvPr>
              <p:cNvPicPr>
                <a:picLocks noChangeAspect="1"/>
              </p:cNvPicPr>
              <p:nvPr/>
            </p:nvPicPr>
            <p:blipFill>
              <a:blip r:embed="rId12" cstate="print">
                <a:extLst>
                  <a:ext uri="{28A0092B-C50C-407E-A947-70E740481C1C}">
                    <a14:useLocalDpi xmlns:a14="http://schemas.microsoft.com/office/drawing/2010/main" val="0"/>
                  </a:ext>
                </a:extLst>
              </a:blip>
              <a:srcRect l="22496" t="25732" r="40917" b="19259"/>
              <a:stretch>
                <a:fillRect/>
              </a:stretch>
            </p:blipFill>
            <p:spPr>
              <a:xfrm>
                <a:off x="10443171" y="2548259"/>
                <a:ext cx="3763618" cy="5658679"/>
              </a:xfrm>
              <a:prstGeom prst="rect">
                <a:avLst/>
              </a:prstGeom>
            </p:spPr>
          </p:pic>
          <p:sp>
            <p:nvSpPr>
              <p:cNvPr id="10" name="Rectangle 9">
                <a:extLst>
                  <a:ext uri="{FF2B5EF4-FFF2-40B4-BE49-F238E27FC236}">
                    <a16:creationId xmlns:a16="http://schemas.microsoft.com/office/drawing/2014/main" id="{B1F0561A-4AB1-67D4-E5D1-95F57A2CE76A}"/>
                  </a:ext>
                </a:extLst>
              </p:cNvPr>
              <p:cNvSpPr/>
              <p:nvPr/>
            </p:nvSpPr>
            <p:spPr>
              <a:xfrm>
                <a:off x="12907617" y="4748859"/>
                <a:ext cx="1385541" cy="345807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CAC4EFE-AE71-DE49-2091-8D64323E8CA0}"/>
                  </a:ext>
                </a:extLst>
              </p:cNvPr>
              <p:cNvSpPr/>
              <p:nvPr/>
            </p:nvSpPr>
            <p:spPr>
              <a:xfrm>
                <a:off x="12801600" y="4748859"/>
                <a:ext cx="185530" cy="6315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7125D41D-7AE7-48F8-9709-779559DC9548}"/>
                  </a:ext>
                </a:extLst>
              </p:cNvPr>
              <p:cNvSpPr/>
              <p:nvPr/>
            </p:nvSpPr>
            <p:spPr>
              <a:xfrm>
                <a:off x="12593426" y="4929809"/>
                <a:ext cx="185530" cy="119269"/>
              </a:xfrm>
              <a:prstGeom prst="rect">
                <a:avLst/>
              </a:prstGeom>
              <a:solidFill>
                <a:srgbClr val="954A99"/>
              </a:solidFill>
              <a:ln>
                <a:solidFill>
                  <a:srgbClr val="954A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8" name="Freeform 14">
            <a:extLst>
              <a:ext uri="{FF2B5EF4-FFF2-40B4-BE49-F238E27FC236}">
                <a16:creationId xmlns:a16="http://schemas.microsoft.com/office/drawing/2014/main" id="{B4099B63-2E9C-201C-54DC-13FBF492A355}"/>
              </a:ext>
            </a:extLst>
          </p:cNvPr>
          <p:cNvSpPr/>
          <p:nvPr/>
        </p:nvSpPr>
        <p:spPr>
          <a:xfrm>
            <a:off x="4394275" y="1440572"/>
            <a:ext cx="2642630" cy="2073344"/>
          </a:xfrm>
          <a:custGeom>
            <a:avLst/>
            <a:gdLst/>
            <a:ahLst/>
            <a:cxnLst/>
            <a:rect l="l" t="t" r="r" b="b"/>
            <a:pathLst>
              <a:path w="1534050" h="1478266">
                <a:moveTo>
                  <a:pt x="0" y="0"/>
                </a:moveTo>
                <a:lnTo>
                  <a:pt x="1534050" y="0"/>
                </a:lnTo>
                <a:lnTo>
                  <a:pt x="1534050" y="1478266"/>
                </a:lnTo>
                <a:lnTo>
                  <a:pt x="0" y="1478266"/>
                </a:lnTo>
                <a:lnTo>
                  <a:pt x="0" y="0"/>
                </a:lnTo>
                <a:close/>
              </a:path>
            </a:pathLst>
          </a:custGeom>
          <a:blipFill>
            <a:blip>
              <a:extLst>
                <a:ext uri="{96DAC541-7B7A-43D3-8B79-37D633B846F1}">
                  <asvg:svgBlip xmlns:asvg="http://schemas.microsoft.com/office/drawing/2016/SVG/main" r:embed="rId13"/>
                </a:ext>
              </a:extLst>
            </a:blip>
            <a:stretch>
              <a:fillRect/>
            </a:stretch>
          </a:blipFill>
        </p:spPr>
        <p:txBody>
          <a:bodyPr/>
          <a:lstStyle/>
          <a:p>
            <a:endParaRPr lang="en-US"/>
          </a:p>
        </p:txBody>
      </p:sp>
      <p:pic>
        <p:nvPicPr>
          <p:cNvPr id="11" name="Picture 10">
            <a:extLst>
              <a:ext uri="{FF2B5EF4-FFF2-40B4-BE49-F238E27FC236}">
                <a16:creationId xmlns:a16="http://schemas.microsoft.com/office/drawing/2014/main" id="{86C0D4A8-3CD2-1619-5F5A-9C1546241C8D}"/>
              </a:ext>
            </a:extLst>
          </p:cNvPr>
          <p:cNvPicPr>
            <a:picLocks noChangeAspect="1"/>
          </p:cNvPicPr>
          <p:nvPr/>
        </p:nvPicPr>
        <p:blipFill>
          <a:blip r:embed="rId14"/>
          <a:stretch>
            <a:fillRect/>
          </a:stretch>
        </p:blipFill>
        <p:spPr>
          <a:xfrm>
            <a:off x="4728121" y="2601890"/>
            <a:ext cx="1012972" cy="565380"/>
          </a:xfrm>
          <a:prstGeom prst="rect">
            <a:avLst/>
          </a:prstGeom>
        </p:spPr>
      </p:pic>
      <p:sp>
        <p:nvSpPr>
          <p:cNvPr id="25" name="CuadroTexto 11">
            <a:extLst>
              <a:ext uri="{FF2B5EF4-FFF2-40B4-BE49-F238E27FC236}">
                <a16:creationId xmlns:a16="http://schemas.microsoft.com/office/drawing/2014/main" id="{95EACEEF-FB83-3A8D-B1B2-D2FF2F33A9C4}"/>
              </a:ext>
            </a:extLst>
          </p:cNvPr>
          <p:cNvSpPr txBox="1"/>
          <p:nvPr/>
        </p:nvSpPr>
        <p:spPr>
          <a:xfrm>
            <a:off x="7015033" y="1746231"/>
            <a:ext cx="11272967" cy="707886"/>
          </a:xfrm>
          <a:prstGeom prst="rect">
            <a:avLst/>
          </a:prstGeom>
          <a:noFill/>
        </p:spPr>
        <p:txBody>
          <a:bodyPr wrap="square" rtlCol="0">
            <a:spAutoFit/>
          </a:bodyPr>
          <a:lstStyle/>
          <a:p>
            <a:r>
              <a:rPr lang="en-US" sz="2000" dirty="0">
                <a:solidFill>
                  <a:schemeClr val="accent3">
                    <a:lumMod val="50000"/>
                  </a:schemeClr>
                </a:solidFill>
                <a:latin typeface="Amasis MT Pro" panose="02040504050005020304" pitchFamily="18" charset="0"/>
                <a:cs typeface="Times New Roman" panose="02020603050405020304" pitchFamily="18" charset="0"/>
              </a:rPr>
              <a:t>Open-source additive manufacturing for bi-material plastic recycling in short circuit context</a:t>
            </a:r>
          </a:p>
          <a:p>
            <a:pPr algn="ctr"/>
            <a:r>
              <a:rPr lang="fr-FR" sz="2000" dirty="0">
                <a:solidFill>
                  <a:schemeClr val="accent3">
                    <a:lumMod val="50000"/>
                  </a:schemeClr>
                </a:solidFill>
                <a:latin typeface="Amasis MT Pro" panose="02040504050005020304" pitchFamily="18" charset="0"/>
                <a:cs typeface="Times New Roman" panose="02020603050405020304" pitchFamily="18" charset="0"/>
              </a:rPr>
              <a:t>Source: </a:t>
            </a:r>
            <a:r>
              <a:rPr lang="en-US" sz="2000" dirty="0">
                <a:solidFill>
                  <a:schemeClr val="accent3">
                    <a:lumMod val="50000"/>
                  </a:schemeClr>
                </a:solidFill>
                <a:latin typeface="Amasis MT Pro" panose="02040504050005020304" pitchFamily="18" charset="0"/>
                <a:cs typeface="Times New Roman" panose="02020603050405020304" pitchFamily="18" charset="0"/>
              </a:rPr>
              <a:t>Ph.D. Thesis,</a:t>
            </a:r>
            <a:r>
              <a:rPr lang="fr-FR" sz="2000" dirty="0">
                <a:solidFill>
                  <a:schemeClr val="accent3">
                    <a:lumMod val="50000"/>
                  </a:schemeClr>
                </a:solidFill>
                <a:latin typeface="Amasis MT Pro" panose="02040504050005020304" pitchFamily="18" charset="0"/>
                <a:cs typeface="Times New Roman" panose="02020603050405020304" pitchFamily="18" charset="0"/>
              </a:rPr>
              <a:t> Suescun Gonzalez 2025</a:t>
            </a:r>
          </a:p>
        </p:txBody>
      </p:sp>
    </p:spTree>
    <p:extLst>
      <p:ext uri="{BB962C8B-B14F-4D97-AF65-F5344CB8AC3E}">
        <p14:creationId xmlns:p14="http://schemas.microsoft.com/office/powerpoint/2010/main" val="1833618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58E7E-767E-0561-F666-4D4F4FB3C0B3}"/>
            </a:ext>
          </a:extLst>
        </p:cNvPr>
        <p:cNvGrpSpPr/>
        <p:nvPr/>
      </p:nvGrpSpPr>
      <p:grpSpPr>
        <a:xfrm>
          <a:off x="0" y="0"/>
          <a:ext cx="0" cy="0"/>
          <a:chOff x="0" y="0"/>
          <a:chExt cx="0" cy="0"/>
        </a:xfrm>
      </p:grpSpPr>
      <p:sp>
        <p:nvSpPr>
          <p:cNvPr id="23" name="Rectángulo 22">
            <a:extLst>
              <a:ext uri="{FF2B5EF4-FFF2-40B4-BE49-F238E27FC236}">
                <a16:creationId xmlns:a16="http://schemas.microsoft.com/office/drawing/2014/main" id="{C4212FB6-A25C-9116-229A-7E2C8FDA4870}"/>
              </a:ext>
            </a:extLst>
          </p:cNvPr>
          <p:cNvSpPr/>
          <p:nvPr/>
        </p:nvSpPr>
        <p:spPr>
          <a:xfrm>
            <a:off x="0" y="-3921"/>
            <a:ext cx="18288000" cy="1700412"/>
          </a:xfrm>
          <a:prstGeom prst="rect">
            <a:avLst/>
          </a:prstGeom>
          <a:gradFill flip="none" rotWithShape="1">
            <a:gsLst>
              <a:gs pos="0">
                <a:srgbClr val="445240"/>
              </a:gs>
              <a:gs pos="88000">
                <a:srgbClr val="445240">
                  <a:alpha val="17000"/>
                </a:srgbClr>
              </a:gs>
              <a:gs pos="54000">
                <a:srgbClr val="445240">
                  <a:alpha val="64000"/>
                </a:srgbClr>
              </a:gs>
              <a:gs pos="74000">
                <a:srgbClr val="445240">
                  <a:alpha val="49000"/>
                </a:srgbClr>
              </a:gs>
              <a:gs pos="100000">
                <a:srgbClr val="445240">
                  <a:alpha val="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 name="Picture 12" descr="A green number with a white background&#10;&#10;Description automatically generated">
            <a:extLst>
              <a:ext uri="{FF2B5EF4-FFF2-40B4-BE49-F238E27FC236}">
                <a16:creationId xmlns:a16="http://schemas.microsoft.com/office/drawing/2014/main" id="{EF2DB040-763D-979D-2901-C7F3F63F63A4}"/>
              </a:ext>
            </a:extLst>
          </p:cNvPr>
          <p:cNvPicPr>
            <a:picLocks noChangeAspect="1"/>
          </p:cNvPicPr>
          <p:nvPr/>
        </p:nvPicPr>
        <p:blipFill>
          <a:blip r:embed="rId3" cstate="print">
            <a:biLevel thresh="25000"/>
            <a:extLst>
              <a:ext uri="{BEBA8EAE-BF5A-486C-A8C5-ECC9F3942E4B}">
                <a14:imgProps xmlns:a14="http://schemas.microsoft.com/office/drawing/2010/main">
                  <a14:imgLayer r:embed="rId4">
                    <a14:imgEffect>
                      <a14:backgroundRemoval t="14524" b="87143" l="1586" r="97260">
                        <a14:foregroundMark x1="16078" y1="39286" x2="16078" y2="39286"/>
                        <a14:foregroundMark x1="6849" y1="41905" x2="6849" y2="41905"/>
                        <a14:foregroundMark x1="50180" y1="55238" x2="50180" y2="55238"/>
                        <a14:foregroundMark x1="30209" y1="87143" x2="30209" y2="87143"/>
                        <a14:foregroundMark x1="60923" y1="54762" x2="60923" y2="54762"/>
                        <a14:foregroundMark x1="72675" y1="57857" x2="72675" y2="57857"/>
                        <a14:foregroundMark x1="89257" y1="44048" x2="89257" y2="44048"/>
                        <a14:foregroundMark x1="97404" y1="31667" x2="97404" y2="31667"/>
                        <a14:foregroundMark x1="5479" y1="62381" x2="5479" y2="62381"/>
                        <a14:foregroundMark x1="1586" y1="84762" x2="1586" y2="84762"/>
                      </a14:backgroundRemoval>
                    </a14:imgEffect>
                    <a14:imgEffect>
                      <a14:artisticTexturizer/>
                    </a14:imgEffect>
                    <a14:imgEffect>
                      <a14:saturation sat="33000"/>
                    </a14:imgEffect>
                  </a14:imgLayer>
                </a14:imgProps>
              </a:ext>
              <a:ext uri="{28A0092B-C50C-407E-A947-70E740481C1C}">
                <a14:useLocalDpi xmlns:a14="http://schemas.microsoft.com/office/drawing/2010/main" val="0"/>
              </a:ext>
            </a:extLst>
          </a:blip>
          <a:srcRect l="486" t="6154" r="583" b="7919"/>
          <a:stretch>
            <a:fillRect/>
          </a:stretch>
        </p:blipFill>
        <p:spPr>
          <a:xfrm>
            <a:off x="14206789" y="159703"/>
            <a:ext cx="3738723" cy="983295"/>
          </a:xfrm>
          <a:prstGeom prst="rect">
            <a:avLst/>
          </a:prstGeom>
        </p:spPr>
      </p:pic>
      <p:sp>
        <p:nvSpPr>
          <p:cNvPr id="3" name="CuadroTexto 2">
            <a:extLst>
              <a:ext uri="{FF2B5EF4-FFF2-40B4-BE49-F238E27FC236}">
                <a16:creationId xmlns:a16="http://schemas.microsoft.com/office/drawing/2014/main" id="{7A7751A9-0486-4F29-287B-D11051E8C187}"/>
              </a:ext>
            </a:extLst>
          </p:cNvPr>
          <p:cNvSpPr txBox="1"/>
          <p:nvPr/>
        </p:nvSpPr>
        <p:spPr>
          <a:xfrm>
            <a:off x="420857" y="117133"/>
            <a:ext cx="13191904" cy="1323439"/>
          </a:xfrm>
          <a:prstGeom prst="rect">
            <a:avLst/>
          </a:prstGeom>
          <a:noFill/>
        </p:spPr>
        <p:txBody>
          <a:bodyPr wrap="square" rtlCol="0">
            <a:spAutoFit/>
          </a:bodyPr>
          <a:lstStyle/>
          <a:p>
            <a:pPr algn="ctr"/>
            <a:r>
              <a:rPr lang="fr-FR" sz="8000" dirty="0">
                <a:solidFill>
                  <a:schemeClr val="bg1"/>
                </a:solidFill>
                <a:latin typeface="Arial" panose="020B0604020202020204" pitchFamily="34" charset="0"/>
                <a:cs typeface="Arial" panose="020B0604020202020204" pitchFamily="34" charset="0"/>
              </a:rPr>
              <a:t>The Project </a:t>
            </a:r>
          </a:p>
        </p:txBody>
      </p:sp>
      <p:sp>
        <p:nvSpPr>
          <p:cNvPr id="15" name="Slide Number Placeholder 16">
            <a:extLst>
              <a:ext uri="{FF2B5EF4-FFF2-40B4-BE49-F238E27FC236}">
                <a16:creationId xmlns:a16="http://schemas.microsoft.com/office/drawing/2014/main" id="{4B91637E-304B-AE76-60C0-E80816609D46}"/>
              </a:ext>
            </a:extLst>
          </p:cNvPr>
          <p:cNvSpPr txBox="1">
            <a:spLocks/>
          </p:cNvSpPr>
          <p:nvPr/>
        </p:nvSpPr>
        <p:spPr>
          <a:xfrm>
            <a:off x="16009663" y="9824662"/>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11</a:t>
            </a:fld>
            <a:endParaRPr lang="en-US"/>
          </a:p>
        </p:txBody>
      </p:sp>
      <p:grpSp>
        <p:nvGrpSpPr>
          <p:cNvPr id="14" name="Group 13">
            <a:extLst>
              <a:ext uri="{FF2B5EF4-FFF2-40B4-BE49-F238E27FC236}">
                <a16:creationId xmlns:a16="http://schemas.microsoft.com/office/drawing/2014/main" id="{D350C479-FF62-35BA-FEA3-D2AF606365C8}"/>
              </a:ext>
            </a:extLst>
          </p:cNvPr>
          <p:cNvGrpSpPr/>
          <p:nvPr/>
        </p:nvGrpSpPr>
        <p:grpSpPr>
          <a:xfrm>
            <a:off x="1651074" y="3626840"/>
            <a:ext cx="3742020" cy="3318245"/>
            <a:chOff x="4394275" y="1440572"/>
            <a:chExt cx="2642630" cy="2073344"/>
          </a:xfrm>
        </p:grpSpPr>
        <p:sp>
          <p:nvSpPr>
            <p:cNvPr id="8" name="Freeform 14">
              <a:extLst>
                <a:ext uri="{FF2B5EF4-FFF2-40B4-BE49-F238E27FC236}">
                  <a16:creationId xmlns:a16="http://schemas.microsoft.com/office/drawing/2014/main" id="{D74B7668-3056-9E63-485B-F5B286076FC0}"/>
                </a:ext>
              </a:extLst>
            </p:cNvPr>
            <p:cNvSpPr/>
            <p:nvPr/>
          </p:nvSpPr>
          <p:spPr>
            <a:xfrm>
              <a:off x="4394275" y="1440572"/>
              <a:ext cx="2642630" cy="2073344"/>
            </a:xfrm>
            <a:custGeom>
              <a:avLst/>
              <a:gdLst/>
              <a:ahLst/>
              <a:cxnLst/>
              <a:rect l="l" t="t" r="r" b="b"/>
              <a:pathLst>
                <a:path w="1534050" h="1478266">
                  <a:moveTo>
                    <a:pt x="0" y="0"/>
                  </a:moveTo>
                  <a:lnTo>
                    <a:pt x="1534050" y="0"/>
                  </a:lnTo>
                  <a:lnTo>
                    <a:pt x="1534050" y="1478266"/>
                  </a:lnTo>
                  <a:lnTo>
                    <a:pt x="0" y="147826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pic>
          <p:nvPicPr>
            <p:cNvPr id="11" name="Picture 10">
              <a:extLst>
                <a:ext uri="{FF2B5EF4-FFF2-40B4-BE49-F238E27FC236}">
                  <a16:creationId xmlns:a16="http://schemas.microsoft.com/office/drawing/2014/main" id="{7A1000D0-159E-82FA-A707-3FDB100ABA53}"/>
                </a:ext>
              </a:extLst>
            </p:cNvPr>
            <p:cNvPicPr>
              <a:picLocks noChangeAspect="1"/>
            </p:cNvPicPr>
            <p:nvPr/>
          </p:nvPicPr>
          <p:blipFill>
            <a:blip r:embed="rId6"/>
            <a:stretch>
              <a:fillRect/>
            </a:stretch>
          </p:blipFill>
          <p:spPr>
            <a:xfrm>
              <a:off x="4728121" y="2601890"/>
              <a:ext cx="1012972" cy="565380"/>
            </a:xfrm>
            <a:prstGeom prst="rect">
              <a:avLst/>
            </a:prstGeom>
          </p:spPr>
        </p:pic>
      </p:grpSp>
      <p:sp>
        <p:nvSpPr>
          <p:cNvPr id="30" name="TextBox 29">
            <a:extLst>
              <a:ext uri="{FF2B5EF4-FFF2-40B4-BE49-F238E27FC236}">
                <a16:creationId xmlns:a16="http://schemas.microsoft.com/office/drawing/2014/main" id="{38B64881-F6DF-6C81-9563-E7390B2F1F78}"/>
              </a:ext>
            </a:extLst>
          </p:cNvPr>
          <p:cNvSpPr txBox="1"/>
          <p:nvPr/>
        </p:nvSpPr>
        <p:spPr>
          <a:xfrm>
            <a:off x="6615405" y="4054289"/>
            <a:ext cx="10707914" cy="2862322"/>
          </a:xfrm>
          <a:prstGeom prst="rect">
            <a:avLst/>
          </a:prstGeom>
          <a:noFill/>
        </p:spPr>
        <p:txBody>
          <a:bodyPr wrap="square" rtlCol="0">
            <a:spAutoFit/>
          </a:bodyPr>
          <a:lstStyle/>
          <a:p>
            <a:pPr algn="ctr"/>
            <a:r>
              <a:rPr lang="en-US" sz="6000" dirty="0">
                <a:solidFill>
                  <a:schemeClr val="accent3">
                    <a:lumMod val="50000"/>
                  </a:schemeClr>
                </a:solidFill>
                <a:latin typeface="Amasis MT Pro" panose="02040504050005020304" pitchFamily="18" charset="0"/>
              </a:rPr>
              <a:t>Which durable, easy-to-repair, everyday-use products should we develop </a:t>
            </a:r>
            <a:r>
              <a:rPr lang="en-US" sz="6000" b="1" dirty="0">
                <a:ln w="13462">
                  <a:solidFill>
                    <a:schemeClr val="accent3">
                      <a:lumMod val="50000"/>
                    </a:schemeClr>
                  </a:solidFill>
                  <a:prstDash val="solid"/>
                </a:ln>
                <a:solidFill>
                  <a:schemeClr val="accent3">
                    <a:lumMod val="50000"/>
                  </a:schemeClr>
                </a:solidFill>
                <a:effectLst>
                  <a:outerShdw dist="38100" dir="2700000" algn="bl" rotWithShape="0">
                    <a:schemeClr val="accent5"/>
                  </a:outerShdw>
                </a:effectLst>
                <a:latin typeface="Amasis MT Pro" panose="02040504050005020304" pitchFamily="18" charset="0"/>
              </a:rPr>
              <a:t>?</a:t>
            </a:r>
            <a:endParaRPr lang="en-US" sz="6000" dirty="0">
              <a:solidFill>
                <a:schemeClr val="accent3">
                  <a:lumMod val="50000"/>
                </a:schemeClr>
              </a:solidFill>
              <a:latin typeface="Amasis MT Pro" panose="02040504050005020304" pitchFamily="18" charset="0"/>
            </a:endParaRPr>
          </a:p>
        </p:txBody>
      </p:sp>
    </p:spTree>
    <p:extLst>
      <p:ext uri="{BB962C8B-B14F-4D97-AF65-F5344CB8AC3E}">
        <p14:creationId xmlns:p14="http://schemas.microsoft.com/office/powerpoint/2010/main" val="37093587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91E2A-027A-CAAB-963A-EDA9961D8B8C}"/>
            </a:ext>
          </a:extLst>
        </p:cNvPr>
        <p:cNvGrpSpPr/>
        <p:nvPr/>
      </p:nvGrpSpPr>
      <p:grpSpPr>
        <a:xfrm>
          <a:off x="0" y="0"/>
          <a:ext cx="0" cy="0"/>
          <a:chOff x="0" y="0"/>
          <a:chExt cx="0" cy="0"/>
        </a:xfrm>
      </p:grpSpPr>
      <p:grpSp>
        <p:nvGrpSpPr>
          <p:cNvPr id="33" name="Group 32">
            <a:extLst>
              <a:ext uri="{FF2B5EF4-FFF2-40B4-BE49-F238E27FC236}">
                <a16:creationId xmlns:a16="http://schemas.microsoft.com/office/drawing/2014/main" id="{917E5BE8-2100-AD30-4D25-A6C19D6EF57E}"/>
              </a:ext>
            </a:extLst>
          </p:cNvPr>
          <p:cNvGrpSpPr/>
          <p:nvPr/>
        </p:nvGrpSpPr>
        <p:grpSpPr>
          <a:xfrm>
            <a:off x="5508048" y="3746090"/>
            <a:ext cx="3208252" cy="2494790"/>
            <a:chOff x="5489244" y="4098214"/>
            <a:chExt cx="3055129" cy="2196910"/>
          </a:xfrm>
        </p:grpSpPr>
        <p:pic>
          <p:nvPicPr>
            <p:cNvPr id="34" name="Image 5">
              <a:extLst>
                <a:ext uri="{FF2B5EF4-FFF2-40B4-BE49-F238E27FC236}">
                  <a16:creationId xmlns:a16="http://schemas.microsoft.com/office/drawing/2014/main" id="{EC234CBB-9BD7-4E52-64F9-02416413F7CB}"/>
                </a:ext>
              </a:extLst>
            </p:cNvPr>
            <p:cNvPicPr>
              <a:picLocks noChangeAspect="1"/>
            </p:cNvPicPr>
            <p:nvPr/>
          </p:nvPicPr>
          <p:blipFill>
            <a:blip r:embed="rId3"/>
            <a:srcRect t="10407"/>
            <a:stretch>
              <a:fillRect/>
            </a:stretch>
          </p:blipFill>
          <p:spPr>
            <a:xfrm>
              <a:off x="5489244" y="4098214"/>
              <a:ext cx="3055129" cy="2196910"/>
            </a:xfrm>
            <a:prstGeom prst="roundRect">
              <a:avLst/>
            </a:prstGeom>
          </p:spPr>
        </p:pic>
        <p:pic>
          <p:nvPicPr>
            <p:cNvPr id="35" name="Image 4">
              <a:extLst>
                <a:ext uri="{FF2B5EF4-FFF2-40B4-BE49-F238E27FC236}">
                  <a16:creationId xmlns:a16="http://schemas.microsoft.com/office/drawing/2014/main" id="{4095B868-7D91-44AB-A7EE-CAA88E7A3949}"/>
                </a:ext>
              </a:extLst>
            </p:cNvPr>
            <p:cNvPicPr>
              <a:picLocks noChangeAspect="1"/>
            </p:cNvPicPr>
            <p:nvPr/>
          </p:nvPicPr>
          <p:blipFill>
            <a:blip r:embed="rId4"/>
            <a:stretch>
              <a:fillRect/>
            </a:stretch>
          </p:blipFill>
          <p:spPr>
            <a:xfrm>
              <a:off x="5489244" y="5029094"/>
              <a:ext cx="1442498" cy="1266030"/>
            </a:xfrm>
            <a:prstGeom prst="roundRect">
              <a:avLst/>
            </a:prstGeom>
          </p:spPr>
        </p:pic>
      </p:grpSp>
      <p:sp>
        <p:nvSpPr>
          <p:cNvPr id="23" name="Rectángulo 22">
            <a:extLst>
              <a:ext uri="{FF2B5EF4-FFF2-40B4-BE49-F238E27FC236}">
                <a16:creationId xmlns:a16="http://schemas.microsoft.com/office/drawing/2014/main" id="{1E303680-869C-7FAB-51F0-CCAB7CAF92E6}"/>
              </a:ext>
            </a:extLst>
          </p:cNvPr>
          <p:cNvSpPr/>
          <p:nvPr/>
        </p:nvSpPr>
        <p:spPr>
          <a:xfrm>
            <a:off x="0" y="-3921"/>
            <a:ext cx="18288000" cy="1700412"/>
          </a:xfrm>
          <a:prstGeom prst="rect">
            <a:avLst/>
          </a:prstGeom>
          <a:gradFill flip="none" rotWithShape="1">
            <a:gsLst>
              <a:gs pos="0">
                <a:srgbClr val="445240"/>
              </a:gs>
              <a:gs pos="88000">
                <a:srgbClr val="445240">
                  <a:alpha val="17000"/>
                </a:srgbClr>
              </a:gs>
              <a:gs pos="54000">
                <a:srgbClr val="445240">
                  <a:alpha val="64000"/>
                </a:srgbClr>
              </a:gs>
              <a:gs pos="74000">
                <a:srgbClr val="445240">
                  <a:alpha val="49000"/>
                </a:srgbClr>
              </a:gs>
              <a:gs pos="100000">
                <a:srgbClr val="445240">
                  <a:alpha val="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 name="Picture 12" descr="A green number with a white background&#10;&#10;Description automatically generated">
            <a:extLst>
              <a:ext uri="{FF2B5EF4-FFF2-40B4-BE49-F238E27FC236}">
                <a16:creationId xmlns:a16="http://schemas.microsoft.com/office/drawing/2014/main" id="{B15E8EBC-3562-AA01-08F1-3456A19F215C}"/>
              </a:ext>
            </a:extLst>
          </p:cNvPr>
          <p:cNvPicPr>
            <a:picLocks noChangeAspect="1"/>
          </p:cNvPicPr>
          <p:nvPr/>
        </p:nvPicPr>
        <p:blipFill>
          <a:blip r:embed="rId5" cstate="print">
            <a:biLevel thresh="25000"/>
            <a:extLst>
              <a:ext uri="{BEBA8EAE-BF5A-486C-A8C5-ECC9F3942E4B}">
                <a14:imgProps xmlns:a14="http://schemas.microsoft.com/office/drawing/2010/main">
                  <a14:imgLayer r:embed="rId6">
                    <a14:imgEffect>
                      <a14:backgroundRemoval t="14524" b="87143" l="1586" r="97260">
                        <a14:foregroundMark x1="16078" y1="39286" x2="16078" y2="39286"/>
                        <a14:foregroundMark x1="6849" y1="41905" x2="6849" y2="41905"/>
                        <a14:foregroundMark x1="50180" y1="55238" x2="50180" y2="55238"/>
                        <a14:foregroundMark x1="30209" y1="87143" x2="30209" y2="87143"/>
                        <a14:foregroundMark x1="60923" y1="54762" x2="60923" y2="54762"/>
                        <a14:foregroundMark x1="72675" y1="57857" x2="72675" y2="57857"/>
                        <a14:foregroundMark x1="89257" y1="44048" x2="89257" y2="44048"/>
                        <a14:foregroundMark x1="97404" y1="31667" x2="97404" y2="31667"/>
                        <a14:foregroundMark x1="5479" y1="62381" x2="5479" y2="62381"/>
                        <a14:foregroundMark x1="1586" y1="84762" x2="1586" y2="84762"/>
                      </a14:backgroundRemoval>
                    </a14:imgEffect>
                    <a14:imgEffect>
                      <a14:artisticTexturizer/>
                    </a14:imgEffect>
                    <a14:imgEffect>
                      <a14:saturation sat="33000"/>
                    </a14:imgEffect>
                  </a14:imgLayer>
                </a14:imgProps>
              </a:ext>
              <a:ext uri="{28A0092B-C50C-407E-A947-70E740481C1C}">
                <a14:useLocalDpi xmlns:a14="http://schemas.microsoft.com/office/drawing/2010/main" val="0"/>
              </a:ext>
            </a:extLst>
          </a:blip>
          <a:srcRect l="486" t="6154" r="583" b="7919"/>
          <a:stretch>
            <a:fillRect/>
          </a:stretch>
        </p:blipFill>
        <p:spPr>
          <a:xfrm>
            <a:off x="14206789" y="159703"/>
            <a:ext cx="3738723" cy="983295"/>
          </a:xfrm>
          <a:prstGeom prst="rect">
            <a:avLst/>
          </a:prstGeom>
        </p:spPr>
      </p:pic>
      <p:sp>
        <p:nvSpPr>
          <p:cNvPr id="3" name="CuadroTexto 2">
            <a:extLst>
              <a:ext uri="{FF2B5EF4-FFF2-40B4-BE49-F238E27FC236}">
                <a16:creationId xmlns:a16="http://schemas.microsoft.com/office/drawing/2014/main" id="{6BB312FE-7DD2-6115-6D8C-59441C3A8373}"/>
              </a:ext>
            </a:extLst>
          </p:cNvPr>
          <p:cNvSpPr txBox="1"/>
          <p:nvPr/>
        </p:nvSpPr>
        <p:spPr>
          <a:xfrm>
            <a:off x="420857" y="117133"/>
            <a:ext cx="13191904" cy="1323439"/>
          </a:xfrm>
          <a:prstGeom prst="rect">
            <a:avLst/>
          </a:prstGeom>
          <a:noFill/>
        </p:spPr>
        <p:txBody>
          <a:bodyPr wrap="square" rtlCol="0">
            <a:spAutoFit/>
          </a:bodyPr>
          <a:lstStyle/>
          <a:p>
            <a:pPr algn="ctr"/>
            <a:r>
              <a:rPr lang="fr-FR" sz="8000" dirty="0">
                <a:solidFill>
                  <a:schemeClr val="bg1"/>
                </a:solidFill>
                <a:latin typeface="Arial" panose="020B0604020202020204" pitchFamily="34" charset="0"/>
                <a:cs typeface="Arial" panose="020B0604020202020204" pitchFamily="34" charset="0"/>
              </a:rPr>
              <a:t>The Project </a:t>
            </a:r>
          </a:p>
        </p:txBody>
      </p:sp>
      <p:pic>
        <p:nvPicPr>
          <p:cNvPr id="1026" name="Picture 2">
            <a:extLst>
              <a:ext uri="{FF2B5EF4-FFF2-40B4-BE49-F238E27FC236}">
                <a16:creationId xmlns:a16="http://schemas.microsoft.com/office/drawing/2014/main" id="{8AB3BDCE-0EA8-1A6A-2BED-2A0419F59D34}"/>
              </a:ext>
            </a:extLst>
          </p:cNvPr>
          <p:cNvPicPr>
            <a:picLocks noChangeAspect="1" noChangeArrowheads="1"/>
          </p:cNvPicPr>
          <p:nvPr/>
        </p:nvPicPr>
        <p:blipFill rotWithShape="1">
          <a:blip r:embed="rId7" cstate="print">
            <a:extLst>
              <a:ext uri="{BEBA8EAE-BF5A-486C-A8C5-ECC9F3942E4B}">
                <a14:imgProps xmlns:a14="http://schemas.microsoft.com/office/drawing/2010/main">
                  <a14:imgLayer r:embed="rId8">
                    <a14:imgEffect>
                      <a14:backgroundRemoval t="10000" b="90000" l="10000" r="90000"/>
                    </a14:imgEffect>
                  </a14:imgLayer>
                </a14:imgProps>
              </a:ext>
              <a:ext uri="{28A0092B-C50C-407E-A947-70E740481C1C}">
                <a14:useLocalDpi xmlns:a14="http://schemas.microsoft.com/office/drawing/2010/main" val="0"/>
              </a:ext>
            </a:extLst>
          </a:blip>
          <a:srcRect r="7404" b="6093"/>
          <a:stretch>
            <a:fillRect/>
          </a:stretch>
        </p:blipFill>
        <p:spPr bwMode="auto">
          <a:xfrm>
            <a:off x="2073606" y="2131096"/>
            <a:ext cx="9480020" cy="6363548"/>
          </a:xfrm>
          <a:prstGeom prst="rect">
            <a:avLst/>
          </a:prstGeom>
          <a:noFill/>
          <a:extLst>
            <a:ext uri="{909E8E84-426E-40DD-AFC4-6F175D3DCCD1}">
              <a14:hiddenFill xmlns:a14="http://schemas.microsoft.com/office/drawing/2010/main">
                <a:solidFill>
                  <a:srgbClr val="FFFFFF"/>
                </a:solidFill>
              </a14:hiddenFill>
            </a:ext>
          </a:extLst>
        </p:spPr>
      </p:pic>
      <p:pic>
        <p:nvPicPr>
          <p:cNvPr id="13" name="Imagen 3" descr="Interfaz de usuario gráfica, Texto, Aplicación&#10;&#10;Descripción generada automáticamente">
            <a:extLst>
              <a:ext uri="{FF2B5EF4-FFF2-40B4-BE49-F238E27FC236}">
                <a16:creationId xmlns:a16="http://schemas.microsoft.com/office/drawing/2014/main" id="{326D0568-0D54-E863-8FC0-1BC40FE5AB17}"/>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473226" y="6353239"/>
            <a:ext cx="1041122" cy="1978962"/>
          </a:xfrm>
          <a:prstGeom prst="rect">
            <a:avLst/>
          </a:prstGeom>
        </p:spPr>
      </p:pic>
      <p:sp>
        <p:nvSpPr>
          <p:cNvPr id="15" name="Slide Number Placeholder 16">
            <a:extLst>
              <a:ext uri="{FF2B5EF4-FFF2-40B4-BE49-F238E27FC236}">
                <a16:creationId xmlns:a16="http://schemas.microsoft.com/office/drawing/2014/main" id="{5CA5CB85-13C5-33A2-C827-A39FB52CFEE3}"/>
              </a:ext>
            </a:extLst>
          </p:cNvPr>
          <p:cNvSpPr txBox="1">
            <a:spLocks/>
          </p:cNvSpPr>
          <p:nvPr/>
        </p:nvSpPr>
        <p:spPr>
          <a:xfrm>
            <a:off x="16009663" y="9824662"/>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12</a:t>
            </a:fld>
            <a:endParaRPr lang="en-US"/>
          </a:p>
        </p:txBody>
      </p:sp>
      <p:pic>
        <p:nvPicPr>
          <p:cNvPr id="6" name="Picture 5">
            <a:extLst>
              <a:ext uri="{FF2B5EF4-FFF2-40B4-BE49-F238E27FC236}">
                <a16:creationId xmlns:a16="http://schemas.microsoft.com/office/drawing/2014/main" id="{F04B9B3B-CF79-14AC-ADD8-D2405717CD2E}"/>
              </a:ext>
            </a:extLst>
          </p:cNvPr>
          <p:cNvPicPr>
            <a:picLocks noChangeAspect="1"/>
          </p:cNvPicPr>
          <p:nvPr/>
        </p:nvPicPr>
        <p:blipFill>
          <a:blip r:embed="rId10" cstate="print">
            <a:extLst>
              <a:ext uri="{28A0092B-C50C-407E-A947-70E740481C1C}">
                <a14:useLocalDpi xmlns:a14="http://schemas.microsoft.com/office/drawing/2010/main" val="0"/>
              </a:ext>
            </a:extLst>
          </a:blip>
          <a:srcRect l="32480" t="14003" r="32150" b="19885"/>
          <a:stretch>
            <a:fillRect/>
          </a:stretch>
        </p:blipFill>
        <p:spPr>
          <a:xfrm>
            <a:off x="6495491" y="8269343"/>
            <a:ext cx="933016" cy="1743952"/>
          </a:xfrm>
          <a:prstGeom prst="rect">
            <a:avLst/>
          </a:prstGeom>
        </p:spPr>
      </p:pic>
      <p:grpSp>
        <p:nvGrpSpPr>
          <p:cNvPr id="4" name="Group 3">
            <a:extLst>
              <a:ext uri="{FF2B5EF4-FFF2-40B4-BE49-F238E27FC236}">
                <a16:creationId xmlns:a16="http://schemas.microsoft.com/office/drawing/2014/main" id="{7932AC5B-4ACF-366C-17CD-7ED30ABA9DBF}"/>
              </a:ext>
            </a:extLst>
          </p:cNvPr>
          <p:cNvGrpSpPr/>
          <p:nvPr/>
        </p:nvGrpSpPr>
        <p:grpSpPr>
          <a:xfrm>
            <a:off x="1013587" y="4172443"/>
            <a:ext cx="3208054" cy="1942113"/>
            <a:chOff x="420857" y="4439478"/>
            <a:chExt cx="3208054" cy="1942113"/>
          </a:xfrm>
        </p:grpSpPr>
        <p:pic>
          <p:nvPicPr>
            <p:cNvPr id="5" name="Picture 4">
              <a:extLst>
                <a:ext uri="{FF2B5EF4-FFF2-40B4-BE49-F238E27FC236}">
                  <a16:creationId xmlns:a16="http://schemas.microsoft.com/office/drawing/2014/main" id="{C029E697-AC01-EF6C-DA81-56E24E6290E6}"/>
                </a:ext>
              </a:extLst>
            </p:cNvPr>
            <p:cNvPicPr>
              <a:picLocks noChangeAspect="1"/>
            </p:cNvPicPr>
            <p:nvPr/>
          </p:nvPicPr>
          <p:blipFill rotWithShape="1">
            <a:blip r:embed="rId11" cstate="print">
              <a:extLst>
                <a:ext uri="{28A0092B-C50C-407E-A947-70E740481C1C}">
                  <a14:useLocalDpi xmlns:a14="http://schemas.microsoft.com/office/drawing/2010/main" val="0"/>
                </a:ext>
              </a:extLst>
            </a:blip>
            <a:srcRect l="33079" t="33276" r="26380" b="26184"/>
            <a:stretch>
              <a:fillRect/>
            </a:stretch>
          </p:blipFill>
          <p:spPr>
            <a:xfrm>
              <a:off x="1686798" y="4439478"/>
              <a:ext cx="1942113" cy="1942113"/>
            </a:xfrm>
            <a:prstGeom prst="rect">
              <a:avLst/>
            </a:prstGeom>
          </p:spPr>
        </p:pic>
        <p:grpSp>
          <p:nvGrpSpPr>
            <p:cNvPr id="7" name="Group 6">
              <a:extLst>
                <a:ext uri="{FF2B5EF4-FFF2-40B4-BE49-F238E27FC236}">
                  <a16:creationId xmlns:a16="http://schemas.microsoft.com/office/drawing/2014/main" id="{8DD61CF5-1196-2A9F-A4EE-8FC1DC6E076D}"/>
                </a:ext>
              </a:extLst>
            </p:cNvPr>
            <p:cNvGrpSpPr/>
            <p:nvPr/>
          </p:nvGrpSpPr>
          <p:grpSpPr>
            <a:xfrm>
              <a:off x="420857" y="4439478"/>
              <a:ext cx="1362272" cy="1793274"/>
              <a:chOff x="10443171" y="2548259"/>
              <a:chExt cx="3849987" cy="5658679"/>
            </a:xfrm>
          </p:grpSpPr>
          <p:pic>
            <p:nvPicPr>
              <p:cNvPr id="9" name="Picture 8">
                <a:extLst>
                  <a:ext uri="{FF2B5EF4-FFF2-40B4-BE49-F238E27FC236}">
                    <a16:creationId xmlns:a16="http://schemas.microsoft.com/office/drawing/2014/main" id="{F4E05AA3-CB2A-7C56-2242-3C1C5BA54008}"/>
                  </a:ext>
                </a:extLst>
              </p:cNvPr>
              <p:cNvPicPr>
                <a:picLocks noChangeAspect="1"/>
              </p:cNvPicPr>
              <p:nvPr/>
            </p:nvPicPr>
            <p:blipFill>
              <a:blip r:embed="rId12" cstate="print">
                <a:extLst>
                  <a:ext uri="{28A0092B-C50C-407E-A947-70E740481C1C}">
                    <a14:useLocalDpi xmlns:a14="http://schemas.microsoft.com/office/drawing/2010/main" val="0"/>
                  </a:ext>
                </a:extLst>
              </a:blip>
              <a:srcRect l="22496" t="25732" r="40917" b="19259"/>
              <a:stretch>
                <a:fillRect/>
              </a:stretch>
            </p:blipFill>
            <p:spPr>
              <a:xfrm>
                <a:off x="10443171" y="2548259"/>
                <a:ext cx="3763618" cy="5658679"/>
              </a:xfrm>
              <a:prstGeom prst="rect">
                <a:avLst/>
              </a:prstGeom>
            </p:spPr>
          </p:pic>
          <p:sp>
            <p:nvSpPr>
              <p:cNvPr id="10" name="Rectangle 9">
                <a:extLst>
                  <a:ext uri="{FF2B5EF4-FFF2-40B4-BE49-F238E27FC236}">
                    <a16:creationId xmlns:a16="http://schemas.microsoft.com/office/drawing/2014/main" id="{963A9A11-C645-BE9C-B9FB-1A0221A17FE7}"/>
                  </a:ext>
                </a:extLst>
              </p:cNvPr>
              <p:cNvSpPr/>
              <p:nvPr/>
            </p:nvSpPr>
            <p:spPr>
              <a:xfrm>
                <a:off x="12907617" y="4748859"/>
                <a:ext cx="1385541" cy="345807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A6F7CD8-3C7E-E734-656D-533F4FAC007A}"/>
                  </a:ext>
                </a:extLst>
              </p:cNvPr>
              <p:cNvSpPr/>
              <p:nvPr/>
            </p:nvSpPr>
            <p:spPr>
              <a:xfrm>
                <a:off x="12801600" y="4748859"/>
                <a:ext cx="185530" cy="6315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B11B465-3C7F-54F4-D46F-C4053857F40C}"/>
                  </a:ext>
                </a:extLst>
              </p:cNvPr>
              <p:cNvSpPr/>
              <p:nvPr/>
            </p:nvSpPr>
            <p:spPr>
              <a:xfrm>
                <a:off x="12593426" y="4929809"/>
                <a:ext cx="185530" cy="119269"/>
              </a:xfrm>
              <a:prstGeom prst="rect">
                <a:avLst/>
              </a:prstGeom>
              <a:solidFill>
                <a:srgbClr val="954A99"/>
              </a:solidFill>
              <a:ln>
                <a:solidFill>
                  <a:srgbClr val="954A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8" name="Freeform 14">
            <a:extLst>
              <a:ext uri="{FF2B5EF4-FFF2-40B4-BE49-F238E27FC236}">
                <a16:creationId xmlns:a16="http://schemas.microsoft.com/office/drawing/2014/main" id="{73E64990-12CD-AF0F-22C1-B6ABD1D8D489}"/>
              </a:ext>
            </a:extLst>
          </p:cNvPr>
          <p:cNvSpPr/>
          <p:nvPr/>
        </p:nvSpPr>
        <p:spPr>
          <a:xfrm>
            <a:off x="4394275" y="1440572"/>
            <a:ext cx="2642630" cy="2073344"/>
          </a:xfrm>
          <a:custGeom>
            <a:avLst/>
            <a:gdLst/>
            <a:ahLst/>
            <a:cxnLst/>
            <a:rect l="l" t="t" r="r" b="b"/>
            <a:pathLst>
              <a:path w="1534050" h="1478266">
                <a:moveTo>
                  <a:pt x="0" y="0"/>
                </a:moveTo>
                <a:lnTo>
                  <a:pt x="1534050" y="0"/>
                </a:lnTo>
                <a:lnTo>
                  <a:pt x="1534050" y="1478266"/>
                </a:lnTo>
                <a:lnTo>
                  <a:pt x="0" y="1478266"/>
                </a:lnTo>
                <a:lnTo>
                  <a:pt x="0" y="0"/>
                </a:lnTo>
                <a:close/>
              </a:path>
            </a:pathLst>
          </a:custGeom>
          <a:blipFill>
            <a:blip>
              <a:extLst>
                <a:ext uri="{96DAC541-7B7A-43D3-8B79-37D633B846F1}">
                  <asvg:svgBlip xmlns:asvg="http://schemas.microsoft.com/office/drawing/2016/SVG/main" r:embed="rId13"/>
                </a:ext>
              </a:extLst>
            </a:blip>
            <a:stretch>
              <a:fillRect/>
            </a:stretch>
          </a:blipFill>
        </p:spPr>
        <p:txBody>
          <a:bodyPr/>
          <a:lstStyle/>
          <a:p>
            <a:endParaRPr lang="en-US"/>
          </a:p>
        </p:txBody>
      </p:sp>
      <p:pic>
        <p:nvPicPr>
          <p:cNvPr id="11" name="Picture 10">
            <a:extLst>
              <a:ext uri="{FF2B5EF4-FFF2-40B4-BE49-F238E27FC236}">
                <a16:creationId xmlns:a16="http://schemas.microsoft.com/office/drawing/2014/main" id="{2F9FD23E-720C-46D7-A7A1-E843DC46B26A}"/>
              </a:ext>
            </a:extLst>
          </p:cNvPr>
          <p:cNvPicPr>
            <a:picLocks noChangeAspect="1"/>
          </p:cNvPicPr>
          <p:nvPr/>
        </p:nvPicPr>
        <p:blipFill>
          <a:blip r:embed="rId14"/>
          <a:stretch>
            <a:fillRect/>
          </a:stretch>
        </p:blipFill>
        <p:spPr>
          <a:xfrm>
            <a:off x="4728121" y="2601890"/>
            <a:ext cx="1012972" cy="565380"/>
          </a:xfrm>
          <a:prstGeom prst="rect">
            <a:avLst/>
          </a:prstGeom>
        </p:spPr>
      </p:pic>
      <p:grpSp>
        <p:nvGrpSpPr>
          <p:cNvPr id="28" name="Group 27">
            <a:extLst>
              <a:ext uri="{FF2B5EF4-FFF2-40B4-BE49-F238E27FC236}">
                <a16:creationId xmlns:a16="http://schemas.microsoft.com/office/drawing/2014/main" id="{91533A0C-709D-04D4-6444-328EBCA61F6F}"/>
              </a:ext>
            </a:extLst>
          </p:cNvPr>
          <p:cNvGrpSpPr/>
          <p:nvPr/>
        </p:nvGrpSpPr>
        <p:grpSpPr>
          <a:xfrm>
            <a:off x="12069784" y="3318187"/>
            <a:ext cx="3397056" cy="1994683"/>
            <a:chOff x="11251097" y="3368253"/>
            <a:chExt cx="3397056" cy="1994683"/>
          </a:xfrm>
        </p:grpSpPr>
        <p:sp>
          <p:nvSpPr>
            <p:cNvPr id="14" name="Freeform 29">
              <a:extLst>
                <a:ext uri="{FF2B5EF4-FFF2-40B4-BE49-F238E27FC236}">
                  <a16:creationId xmlns:a16="http://schemas.microsoft.com/office/drawing/2014/main" id="{A99CFF9B-A046-440E-6D28-F6BAD8753EC5}"/>
                </a:ext>
              </a:extLst>
            </p:cNvPr>
            <p:cNvSpPr/>
            <p:nvPr/>
          </p:nvSpPr>
          <p:spPr>
            <a:xfrm>
              <a:off x="12366589" y="4376720"/>
              <a:ext cx="1380767" cy="986216"/>
            </a:xfrm>
            <a:custGeom>
              <a:avLst/>
              <a:gdLst/>
              <a:ahLst/>
              <a:cxnLst/>
              <a:rect l="l" t="t" r="r" b="b"/>
              <a:pathLst>
                <a:path w="1958779" h="1399637">
                  <a:moveTo>
                    <a:pt x="0" y="0"/>
                  </a:moveTo>
                  <a:lnTo>
                    <a:pt x="1958779" y="0"/>
                  </a:lnTo>
                  <a:lnTo>
                    <a:pt x="1958779" y="1399637"/>
                  </a:lnTo>
                  <a:lnTo>
                    <a:pt x="0" y="1399637"/>
                  </a:lnTo>
                  <a:lnTo>
                    <a:pt x="0" y="0"/>
                  </a:lnTo>
                  <a:close/>
                </a:path>
              </a:pathLst>
            </a:custGeom>
            <a:blipFill>
              <a:blip>
                <a:extLst>
                  <a:ext uri="{96DAC541-7B7A-43D3-8B79-37D633B846F1}">
                    <asvg:svgBlip xmlns:asvg="http://schemas.microsoft.com/office/drawing/2016/SVG/main" r:embed="rId15"/>
                  </a:ext>
                </a:extLst>
              </a:blip>
              <a:stretch>
                <a:fillRect/>
              </a:stretch>
            </a:blipFill>
          </p:spPr>
          <p:txBody>
            <a:bodyPr/>
            <a:lstStyle/>
            <a:p>
              <a:endParaRPr lang="en-US">
                <a:latin typeface="Amasis MT Pro" panose="02040504050005020304" pitchFamily="18" charset="0"/>
              </a:endParaRPr>
            </a:p>
          </p:txBody>
        </p:sp>
        <p:sp>
          <p:nvSpPr>
            <p:cNvPr id="16" name="Freeform 24">
              <a:extLst>
                <a:ext uri="{FF2B5EF4-FFF2-40B4-BE49-F238E27FC236}">
                  <a16:creationId xmlns:a16="http://schemas.microsoft.com/office/drawing/2014/main" id="{E97AC404-E157-6C24-4E15-EE30819D7BF5}"/>
                </a:ext>
              </a:extLst>
            </p:cNvPr>
            <p:cNvSpPr/>
            <p:nvPr/>
          </p:nvSpPr>
          <p:spPr>
            <a:xfrm>
              <a:off x="11681708" y="4143865"/>
              <a:ext cx="754031" cy="754587"/>
            </a:xfrm>
            <a:custGeom>
              <a:avLst/>
              <a:gdLst/>
              <a:ahLst/>
              <a:cxnLst/>
              <a:rect l="l" t="t" r="r" b="b"/>
              <a:pathLst>
                <a:path w="1471741" h="1471741">
                  <a:moveTo>
                    <a:pt x="0" y="0"/>
                  </a:moveTo>
                  <a:lnTo>
                    <a:pt x="1471740" y="0"/>
                  </a:lnTo>
                  <a:lnTo>
                    <a:pt x="1471740" y="1471741"/>
                  </a:lnTo>
                  <a:lnTo>
                    <a:pt x="0" y="1471741"/>
                  </a:lnTo>
                  <a:lnTo>
                    <a:pt x="0" y="0"/>
                  </a:lnTo>
                  <a:close/>
                </a:path>
              </a:pathLst>
            </a:custGeom>
            <a:blipFill>
              <a:blip>
                <a:extLst>
                  <a:ext uri="{96DAC541-7B7A-43D3-8B79-37D633B846F1}">
                    <asvg:svgBlip xmlns:asvg="http://schemas.microsoft.com/office/drawing/2016/SVG/main" r:embed="rId16"/>
                  </a:ext>
                </a:extLst>
              </a:blip>
              <a:stretch>
                <a:fillRect/>
              </a:stretch>
            </a:blipFill>
          </p:spPr>
          <p:txBody>
            <a:bodyPr/>
            <a:lstStyle/>
            <a:p>
              <a:endParaRPr lang="en-US" dirty="0">
                <a:latin typeface="Amasis MT Pro" panose="02040504050005020304" pitchFamily="18" charset="0"/>
              </a:endParaRPr>
            </a:p>
          </p:txBody>
        </p:sp>
        <p:sp>
          <p:nvSpPr>
            <p:cNvPr id="17" name="TextBox 28">
              <a:extLst>
                <a:ext uri="{FF2B5EF4-FFF2-40B4-BE49-F238E27FC236}">
                  <a16:creationId xmlns:a16="http://schemas.microsoft.com/office/drawing/2014/main" id="{BD7DA88E-EBE1-623E-F274-E96BA322097D}"/>
                </a:ext>
              </a:extLst>
            </p:cNvPr>
            <p:cNvSpPr txBox="1"/>
            <p:nvPr/>
          </p:nvSpPr>
          <p:spPr>
            <a:xfrm>
              <a:off x="11251097" y="3368253"/>
              <a:ext cx="3397056" cy="892039"/>
            </a:xfrm>
            <a:prstGeom prst="rect">
              <a:avLst/>
            </a:prstGeom>
          </p:spPr>
          <p:txBody>
            <a:bodyPr wrap="square" lIns="0" tIns="0" rIns="0" bIns="0" rtlCol="0" anchor="t">
              <a:spAutoFit/>
            </a:bodyPr>
            <a:lstStyle/>
            <a:p>
              <a:pPr algn="ctr">
                <a:lnSpc>
                  <a:spcPts val="3639"/>
                </a:lnSpc>
                <a:spcBef>
                  <a:spcPct val="0"/>
                </a:spcBef>
              </a:pPr>
              <a:r>
                <a:rPr lang="fr-FR" sz="2799" dirty="0" err="1">
                  <a:solidFill>
                    <a:srgbClr val="445240"/>
                  </a:solidFill>
                  <a:latin typeface="Amasis MT Pro" panose="02040504050005020304" pitchFamily="18" charset="0"/>
                  <a:ea typeface="Codec Pro"/>
                  <a:cs typeface="Times New Roman" panose="02020603050405020304" pitchFamily="18" charset="0"/>
                  <a:sym typeface="Codec Pro"/>
                </a:rPr>
                <a:t>Development</a:t>
              </a:r>
              <a:r>
                <a:rPr lang="fr-FR" sz="2799" dirty="0">
                  <a:solidFill>
                    <a:srgbClr val="445240"/>
                  </a:solidFill>
                  <a:latin typeface="Amasis MT Pro" panose="02040504050005020304" pitchFamily="18" charset="0"/>
                  <a:ea typeface="Codec Pro"/>
                  <a:cs typeface="Times New Roman" panose="02020603050405020304" pitchFamily="18" charset="0"/>
                  <a:sym typeface="Codec Pro"/>
                </a:rPr>
                <a:t> of a </a:t>
              </a:r>
              <a:r>
                <a:rPr lang="fr-FR" sz="2799" dirty="0" err="1">
                  <a:solidFill>
                    <a:srgbClr val="445240"/>
                  </a:solidFill>
                  <a:latin typeface="Amasis MT Pro" panose="02040504050005020304" pitchFamily="18" charset="0"/>
                  <a:ea typeface="Codec Pro"/>
                  <a:cs typeface="Times New Roman" panose="02020603050405020304" pitchFamily="18" charset="0"/>
                  <a:sym typeface="Codec Pro"/>
                </a:rPr>
                <a:t>database</a:t>
              </a:r>
              <a:endParaRPr lang="en-US" sz="2799" dirty="0">
                <a:solidFill>
                  <a:srgbClr val="445240"/>
                </a:solidFill>
                <a:latin typeface="Amasis MT Pro" panose="02040504050005020304" pitchFamily="18" charset="0"/>
                <a:ea typeface="Codec Pro"/>
                <a:cs typeface="Times New Roman" panose="02020603050405020304" pitchFamily="18" charset="0"/>
                <a:sym typeface="Codec Pro"/>
              </a:endParaRPr>
            </a:p>
          </p:txBody>
        </p:sp>
      </p:grpSp>
      <p:cxnSp>
        <p:nvCxnSpPr>
          <p:cNvPr id="20" name="Straight Arrow Connector 19">
            <a:extLst>
              <a:ext uri="{FF2B5EF4-FFF2-40B4-BE49-F238E27FC236}">
                <a16:creationId xmlns:a16="http://schemas.microsoft.com/office/drawing/2014/main" id="{7CF171DD-7572-7FCD-BF6C-D1C11B7D7EFF}"/>
              </a:ext>
            </a:extLst>
          </p:cNvPr>
          <p:cNvCxnSpPr>
            <a:cxnSpLocks/>
          </p:cNvCxnSpPr>
          <p:nvPr/>
        </p:nvCxnSpPr>
        <p:spPr>
          <a:xfrm flipV="1">
            <a:off x="8514348" y="4471092"/>
            <a:ext cx="3636394" cy="2871628"/>
          </a:xfrm>
          <a:prstGeom prst="straightConnector1">
            <a:avLst/>
          </a:prstGeom>
          <a:ln w="57150">
            <a:solidFill>
              <a:srgbClr val="44524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406FA59D-8926-E0B6-00A0-7B8D91250C3E}"/>
              </a:ext>
            </a:extLst>
          </p:cNvPr>
          <p:cNvCxnSpPr>
            <a:cxnSpLocks/>
            <a:stCxn id="5" idx="3"/>
          </p:cNvCxnSpPr>
          <p:nvPr/>
        </p:nvCxnSpPr>
        <p:spPr>
          <a:xfrm flipV="1">
            <a:off x="4221641" y="4471092"/>
            <a:ext cx="7929101" cy="672408"/>
          </a:xfrm>
          <a:prstGeom prst="straightConnector1">
            <a:avLst/>
          </a:prstGeom>
          <a:ln w="57150">
            <a:solidFill>
              <a:srgbClr val="445240"/>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28">
            <a:extLst>
              <a:ext uri="{FF2B5EF4-FFF2-40B4-BE49-F238E27FC236}">
                <a16:creationId xmlns:a16="http://schemas.microsoft.com/office/drawing/2014/main" id="{849A8241-C89A-7E0C-1E53-3F1C88B8F0CE}"/>
              </a:ext>
            </a:extLst>
          </p:cNvPr>
          <p:cNvSpPr txBox="1"/>
          <p:nvPr/>
        </p:nvSpPr>
        <p:spPr>
          <a:xfrm>
            <a:off x="11429577" y="5455240"/>
            <a:ext cx="4892164" cy="863057"/>
          </a:xfrm>
          <a:prstGeom prst="rect">
            <a:avLst/>
          </a:prstGeom>
        </p:spPr>
        <p:txBody>
          <a:bodyPr wrap="square" lIns="0" tIns="0" rIns="0" bIns="0" rtlCol="0" anchor="t">
            <a:spAutoFit/>
          </a:bodyPr>
          <a:lstStyle/>
          <a:p>
            <a:pPr marL="285750" indent="-285750" algn="ctr">
              <a:lnSpc>
                <a:spcPts val="3639"/>
              </a:lnSpc>
              <a:spcBef>
                <a:spcPct val="0"/>
              </a:spcBef>
              <a:buFont typeface="Arial" panose="020B0604020202020204" pitchFamily="34" charset="0"/>
              <a:buChar char="•"/>
            </a:pPr>
            <a:r>
              <a:rPr lang="en-US" dirty="0">
                <a:solidFill>
                  <a:srgbClr val="445240"/>
                </a:solidFill>
                <a:latin typeface="Amasis MT Pro" panose="02040504050005020304" pitchFamily="18" charset="0"/>
                <a:ea typeface="Codec Pro"/>
                <a:cs typeface="Times New Roman" panose="02020603050405020304" pitchFamily="18" charset="0"/>
                <a:sym typeface="Codec Pro"/>
              </a:rPr>
              <a:t>Territorial data on plastic consumption</a:t>
            </a:r>
          </a:p>
          <a:p>
            <a:pPr marL="285750" indent="-285750" algn="ctr">
              <a:lnSpc>
                <a:spcPts val="3639"/>
              </a:lnSpc>
              <a:spcBef>
                <a:spcPct val="0"/>
              </a:spcBef>
              <a:buFont typeface="Arial" panose="020B0604020202020204" pitchFamily="34" charset="0"/>
              <a:buChar char="•"/>
            </a:pPr>
            <a:r>
              <a:rPr lang="fr-FR" dirty="0">
                <a:solidFill>
                  <a:srgbClr val="445240"/>
                </a:solidFill>
                <a:latin typeface="Amasis MT Pro" panose="02040504050005020304" pitchFamily="18" charset="0"/>
                <a:ea typeface="Codec Pro"/>
                <a:cs typeface="Times New Roman" panose="02020603050405020304" pitchFamily="18" charset="0"/>
                <a:sym typeface="Codec Pro"/>
              </a:rPr>
              <a:t> </a:t>
            </a:r>
            <a:r>
              <a:rPr lang="en-US" dirty="0">
                <a:solidFill>
                  <a:srgbClr val="445240"/>
                </a:solidFill>
                <a:latin typeface="Amasis MT Pro" panose="02040504050005020304" pitchFamily="18" charset="0"/>
                <a:ea typeface="Codec Pro"/>
                <a:cs typeface="Times New Roman" panose="02020603050405020304" pitchFamily="18" charset="0"/>
                <a:sym typeface="Codec Pro"/>
              </a:rPr>
              <a:t>Decision support for public policy design</a:t>
            </a:r>
          </a:p>
        </p:txBody>
      </p:sp>
      <p:sp>
        <p:nvSpPr>
          <p:cNvPr id="25" name="CuadroTexto 11">
            <a:extLst>
              <a:ext uri="{FF2B5EF4-FFF2-40B4-BE49-F238E27FC236}">
                <a16:creationId xmlns:a16="http://schemas.microsoft.com/office/drawing/2014/main" id="{96591FC9-0605-6ED2-A41E-14DA0120D298}"/>
              </a:ext>
            </a:extLst>
          </p:cNvPr>
          <p:cNvSpPr txBox="1"/>
          <p:nvPr/>
        </p:nvSpPr>
        <p:spPr>
          <a:xfrm>
            <a:off x="7015033" y="1746231"/>
            <a:ext cx="11272967" cy="707886"/>
          </a:xfrm>
          <a:prstGeom prst="rect">
            <a:avLst/>
          </a:prstGeom>
          <a:noFill/>
        </p:spPr>
        <p:txBody>
          <a:bodyPr wrap="square" rtlCol="0">
            <a:spAutoFit/>
          </a:bodyPr>
          <a:lstStyle/>
          <a:p>
            <a:r>
              <a:rPr lang="en-US" sz="2000" dirty="0">
                <a:solidFill>
                  <a:schemeClr val="accent3">
                    <a:lumMod val="50000"/>
                  </a:schemeClr>
                </a:solidFill>
                <a:latin typeface="Amasis MT Pro" panose="02040504050005020304" pitchFamily="18" charset="0"/>
                <a:cs typeface="Times New Roman" panose="02020603050405020304" pitchFamily="18" charset="0"/>
              </a:rPr>
              <a:t>Open-source additive manufacturing for bi-material plastic recycling in short circuit context</a:t>
            </a:r>
          </a:p>
          <a:p>
            <a:pPr algn="ctr"/>
            <a:r>
              <a:rPr lang="fr-FR" sz="2000" dirty="0">
                <a:solidFill>
                  <a:schemeClr val="accent3">
                    <a:lumMod val="50000"/>
                  </a:schemeClr>
                </a:solidFill>
                <a:latin typeface="Amasis MT Pro" panose="02040504050005020304" pitchFamily="18" charset="0"/>
                <a:cs typeface="Times New Roman" panose="02020603050405020304" pitchFamily="18" charset="0"/>
              </a:rPr>
              <a:t>Source: </a:t>
            </a:r>
            <a:r>
              <a:rPr lang="en-US" sz="2000" dirty="0">
                <a:solidFill>
                  <a:schemeClr val="accent3">
                    <a:lumMod val="50000"/>
                  </a:schemeClr>
                </a:solidFill>
                <a:latin typeface="Amasis MT Pro" panose="02040504050005020304" pitchFamily="18" charset="0"/>
                <a:cs typeface="Times New Roman" panose="02020603050405020304" pitchFamily="18" charset="0"/>
              </a:rPr>
              <a:t>Ph.D. Thesis,</a:t>
            </a:r>
            <a:r>
              <a:rPr lang="fr-FR" sz="2000" dirty="0">
                <a:solidFill>
                  <a:schemeClr val="accent3">
                    <a:lumMod val="50000"/>
                  </a:schemeClr>
                </a:solidFill>
                <a:latin typeface="Amasis MT Pro" panose="02040504050005020304" pitchFamily="18" charset="0"/>
                <a:cs typeface="Times New Roman" panose="02020603050405020304" pitchFamily="18" charset="0"/>
              </a:rPr>
              <a:t> Suescun Gonzalez 2025</a:t>
            </a:r>
          </a:p>
        </p:txBody>
      </p:sp>
    </p:spTree>
    <p:extLst>
      <p:ext uri="{BB962C8B-B14F-4D97-AF65-F5344CB8AC3E}">
        <p14:creationId xmlns:p14="http://schemas.microsoft.com/office/powerpoint/2010/main" val="5825801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22A634-05FC-3F01-7637-FF0479F138C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8572147A-0C83-BAE8-A7C1-C3EDFF1872B9}"/>
              </a:ext>
            </a:extLst>
          </p:cNvPr>
          <p:cNvPicPr>
            <a:picLocks noChangeAspect="1"/>
          </p:cNvPicPr>
          <p:nvPr/>
        </p:nvPicPr>
        <p:blipFill>
          <a:blip r:embed="rId3"/>
          <a:stretch>
            <a:fillRect/>
          </a:stretch>
        </p:blipFill>
        <p:spPr>
          <a:xfrm>
            <a:off x="1414917" y="1899965"/>
            <a:ext cx="14913654" cy="8289822"/>
          </a:xfrm>
          <a:prstGeom prst="rect">
            <a:avLst/>
          </a:prstGeom>
        </p:spPr>
      </p:pic>
      <p:grpSp>
        <p:nvGrpSpPr>
          <p:cNvPr id="54" name="Group 53">
            <a:extLst>
              <a:ext uri="{FF2B5EF4-FFF2-40B4-BE49-F238E27FC236}">
                <a16:creationId xmlns:a16="http://schemas.microsoft.com/office/drawing/2014/main" id="{F36EB753-B7E8-C1A6-E63F-45FD6AB321A0}"/>
              </a:ext>
            </a:extLst>
          </p:cNvPr>
          <p:cNvGrpSpPr/>
          <p:nvPr/>
        </p:nvGrpSpPr>
        <p:grpSpPr>
          <a:xfrm>
            <a:off x="11038115" y="1713602"/>
            <a:ext cx="1399592" cy="1563448"/>
            <a:chOff x="11082815" y="1882807"/>
            <a:chExt cx="1495538" cy="1670626"/>
          </a:xfrm>
        </p:grpSpPr>
        <p:pic>
          <p:nvPicPr>
            <p:cNvPr id="12" name="Picture 11">
              <a:extLst>
                <a:ext uri="{FF2B5EF4-FFF2-40B4-BE49-F238E27FC236}">
                  <a16:creationId xmlns:a16="http://schemas.microsoft.com/office/drawing/2014/main" id="{30965598-7E59-995E-2680-08FE89613F5A}"/>
                </a:ext>
              </a:extLst>
            </p:cNvPr>
            <p:cNvPicPr>
              <a:picLocks noChangeAspect="1"/>
            </p:cNvPicPr>
            <p:nvPr/>
          </p:nvPicPr>
          <p:blipFill>
            <a:blip r:embed="rId4" cstate="print">
              <a:extLst>
                <a:ext uri="{28A0092B-C50C-407E-A947-70E740481C1C}">
                  <a14:useLocalDpi xmlns:a14="http://schemas.microsoft.com/office/drawing/2010/main" val="0"/>
                </a:ext>
              </a:extLst>
            </a:blip>
            <a:srcRect l="15878" t="8360" r="9570" b="8360"/>
            <a:stretch>
              <a:fillRect/>
            </a:stretch>
          </p:blipFill>
          <p:spPr>
            <a:xfrm>
              <a:off x="11082815" y="1882807"/>
              <a:ext cx="1495538" cy="1670626"/>
            </a:xfrm>
            <a:prstGeom prst="roundRect">
              <a:avLst/>
            </a:prstGeom>
          </p:spPr>
        </p:pic>
        <p:pic>
          <p:nvPicPr>
            <p:cNvPr id="53" name="Picture 52">
              <a:extLst>
                <a:ext uri="{FF2B5EF4-FFF2-40B4-BE49-F238E27FC236}">
                  <a16:creationId xmlns:a16="http://schemas.microsoft.com/office/drawing/2014/main" id="{861B72BA-0138-DB7F-48D3-54B36719E0D5}"/>
                </a:ext>
              </a:extLst>
            </p:cNvPr>
            <p:cNvPicPr>
              <a:picLocks noChangeAspect="1"/>
            </p:cNvPicPr>
            <p:nvPr/>
          </p:nvPicPr>
          <p:blipFill>
            <a:blip r:embed="rId5" cstate="print">
              <a:extLst>
                <a:ext uri="{28A0092B-C50C-407E-A947-70E740481C1C}">
                  <a14:useLocalDpi xmlns:a14="http://schemas.microsoft.com/office/drawing/2010/main" val="0"/>
                </a:ext>
              </a:extLst>
            </a:blip>
            <a:srcRect l="36216" t="37604" r="47939" b="44090"/>
            <a:stretch>
              <a:fillRect/>
            </a:stretch>
          </p:blipFill>
          <p:spPr>
            <a:xfrm>
              <a:off x="11150442" y="2614033"/>
              <a:ext cx="290840" cy="336004"/>
            </a:xfrm>
            <a:prstGeom prst="rect">
              <a:avLst/>
            </a:prstGeom>
          </p:spPr>
        </p:pic>
      </p:grpSp>
      <p:sp>
        <p:nvSpPr>
          <p:cNvPr id="23" name="Rectángulo 22">
            <a:extLst>
              <a:ext uri="{FF2B5EF4-FFF2-40B4-BE49-F238E27FC236}">
                <a16:creationId xmlns:a16="http://schemas.microsoft.com/office/drawing/2014/main" id="{FD412705-05DF-89D6-EA18-7732963DDE72}"/>
              </a:ext>
            </a:extLst>
          </p:cNvPr>
          <p:cNvSpPr/>
          <p:nvPr/>
        </p:nvSpPr>
        <p:spPr>
          <a:xfrm>
            <a:off x="0" y="-3921"/>
            <a:ext cx="18288000" cy="1700412"/>
          </a:xfrm>
          <a:prstGeom prst="rect">
            <a:avLst/>
          </a:prstGeom>
          <a:gradFill flip="none" rotWithShape="1">
            <a:gsLst>
              <a:gs pos="0">
                <a:srgbClr val="445240"/>
              </a:gs>
              <a:gs pos="88000">
                <a:srgbClr val="445240">
                  <a:alpha val="17000"/>
                </a:srgbClr>
              </a:gs>
              <a:gs pos="54000">
                <a:srgbClr val="445240">
                  <a:alpha val="64000"/>
                </a:srgbClr>
              </a:gs>
              <a:gs pos="74000">
                <a:srgbClr val="445240">
                  <a:alpha val="49000"/>
                </a:srgbClr>
              </a:gs>
              <a:gs pos="100000">
                <a:srgbClr val="445240">
                  <a:alpha val="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 name="Picture 12" descr="A green number with a white background&#10;&#10;Description automatically generated">
            <a:extLst>
              <a:ext uri="{FF2B5EF4-FFF2-40B4-BE49-F238E27FC236}">
                <a16:creationId xmlns:a16="http://schemas.microsoft.com/office/drawing/2014/main" id="{59D33265-8704-82A9-3C6D-5C7F2E204492}"/>
              </a:ext>
            </a:extLst>
          </p:cNvPr>
          <p:cNvPicPr>
            <a:picLocks noChangeAspect="1"/>
          </p:cNvPicPr>
          <p:nvPr/>
        </p:nvPicPr>
        <p:blipFill>
          <a:blip r:embed="rId6" cstate="print">
            <a:biLevel thresh="25000"/>
            <a:extLst>
              <a:ext uri="{BEBA8EAE-BF5A-486C-A8C5-ECC9F3942E4B}">
                <a14:imgProps xmlns:a14="http://schemas.microsoft.com/office/drawing/2010/main">
                  <a14:imgLayer r:embed="rId7">
                    <a14:imgEffect>
                      <a14:backgroundRemoval t="14524" b="87143" l="1586" r="97260">
                        <a14:foregroundMark x1="16078" y1="39286" x2="16078" y2="39286"/>
                        <a14:foregroundMark x1="6849" y1="41905" x2="6849" y2="41905"/>
                        <a14:foregroundMark x1="50180" y1="55238" x2="50180" y2="55238"/>
                        <a14:foregroundMark x1="30209" y1="87143" x2="30209" y2="87143"/>
                        <a14:foregroundMark x1="60923" y1="54762" x2="60923" y2="54762"/>
                        <a14:foregroundMark x1="72675" y1="57857" x2="72675" y2="57857"/>
                        <a14:foregroundMark x1="89257" y1="44048" x2="89257" y2="44048"/>
                        <a14:foregroundMark x1="97404" y1="31667" x2="97404" y2="31667"/>
                        <a14:foregroundMark x1="5479" y1="62381" x2="5479" y2="62381"/>
                        <a14:foregroundMark x1="1586" y1="84762" x2="1586" y2="84762"/>
                      </a14:backgroundRemoval>
                    </a14:imgEffect>
                    <a14:imgEffect>
                      <a14:artisticTexturizer/>
                    </a14:imgEffect>
                    <a14:imgEffect>
                      <a14:saturation sat="33000"/>
                    </a14:imgEffect>
                  </a14:imgLayer>
                </a14:imgProps>
              </a:ext>
              <a:ext uri="{28A0092B-C50C-407E-A947-70E740481C1C}">
                <a14:useLocalDpi xmlns:a14="http://schemas.microsoft.com/office/drawing/2010/main" val="0"/>
              </a:ext>
            </a:extLst>
          </a:blip>
          <a:srcRect l="486" t="6154" r="583" b="7919"/>
          <a:stretch>
            <a:fillRect/>
          </a:stretch>
        </p:blipFill>
        <p:spPr>
          <a:xfrm>
            <a:off x="14206789" y="159703"/>
            <a:ext cx="3738723" cy="983295"/>
          </a:xfrm>
          <a:prstGeom prst="rect">
            <a:avLst/>
          </a:prstGeom>
        </p:spPr>
      </p:pic>
      <p:sp>
        <p:nvSpPr>
          <p:cNvPr id="3" name="CuadroTexto 2">
            <a:extLst>
              <a:ext uri="{FF2B5EF4-FFF2-40B4-BE49-F238E27FC236}">
                <a16:creationId xmlns:a16="http://schemas.microsoft.com/office/drawing/2014/main" id="{382EA8D2-B0A0-08C6-04EC-02B98578B4C9}"/>
              </a:ext>
            </a:extLst>
          </p:cNvPr>
          <p:cNvSpPr txBox="1"/>
          <p:nvPr/>
        </p:nvSpPr>
        <p:spPr>
          <a:xfrm>
            <a:off x="420857" y="117133"/>
            <a:ext cx="13118162" cy="1323439"/>
          </a:xfrm>
          <a:prstGeom prst="rect">
            <a:avLst/>
          </a:prstGeom>
          <a:noFill/>
        </p:spPr>
        <p:txBody>
          <a:bodyPr wrap="square" rtlCol="0">
            <a:spAutoFit/>
          </a:bodyPr>
          <a:lstStyle/>
          <a:p>
            <a:pPr algn="ctr"/>
            <a:r>
              <a:rPr lang="fr-FR" sz="8000" dirty="0" err="1">
                <a:solidFill>
                  <a:schemeClr val="bg1"/>
                </a:solidFill>
                <a:latin typeface="Amasis MT Pro" panose="02040504050005020304" pitchFamily="18" charset="0"/>
                <a:cs typeface="Times New Roman" panose="02020603050405020304" pitchFamily="18" charset="0"/>
              </a:rPr>
              <a:t>Summary</a:t>
            </a:r>
            <a:endParaRPr lang="fr-FR" sz="8000" dirty="0">
              <a:solidFill>
                <a:schemeClr val="bg1"/>
              </a:solidFill>
              <a:latin typeface="Amasis MT Pro" panose="02040504050005020304" pitchFamily="18" charset="0"/>
              <a:cs typeface="Times New Roman" panose="02020603050405020304" pitchFamily="18" charset="0"/>
            </a:endParaRPr>
          </a:p>
        </p:txBody>
      </p:sp>
      <p:sp>
        <p:nvSpPr>
          <p:cNvPr id="17" name="Slide Number Placeholder 16">
            <a:extLst>
              <a:ext uri="{FF2B5EF4-FFF2-40B4-BE49-F238E27FC236}">
                <a16:creationId xmlns:a16="http://schemas.microsoft.com/office/drawing/2014/main" id="{6EE26FD1-E8C0-BA58-5CB0-BFC41FAE8734}"/>
              </a:ext>
            </a:extLst>
          </p:cNvPr>
          <p:cNvSpPr txBox="1">
            <a:spLocks/>
          </p:cNvSpPr>
          <p:nvPr/>
        </p:nvSpPr>
        <p:spPr>
          <a:xfrm>
            <a:off x="16009663" y="9824662"/>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13</a:t>
            </a:fld>
            <a:endParaRPr lang="en-US"/>
          </a:p>
        </p:txBody>
      </p:sp>
      <p:grpSp>
        <p:nvGrpSpPr>
          <p:cNvPr id="29" name="Group 28">
            <a:extLst>
              <a:ext uri="{FF2B5EF4-FFF2-40B4-BE49-F238E27FC236}">
                <a16:creationId xmlns:a16="http://schemas.microsoft.com/office/drawing/2014/main" id="{6748244D-821B-9C13-BA2E-E7202897855E}"/>
              </a:ext>
            </a:extLst>
          </p:cNvPr>
          <p:cNvGrpSpPr/>
          <p:nvPr/>
        </p:nvGrpSpPr>
        <p:grpSpPr>
          <a:xfrm>
            <a:off x="5478241" y="1857342"/>
            <a:ext cx="1922159" cy="1171958"/>
            <a:chOff x="5506820" y="1876538"/>
            <a:chExt cx="2183471" cy="1331282"/>
          </a:xfrm>
        </p:grpSpPr>
        <p:sp>
          <p:nvSpPr>
            <p:cNvPr id="9" name="Freeform 29">
              <a:extLst>
                <a:ext uri="{FF2B5EF4-FFF2-40B4-BE49-F238E27FC236}">
                  <a16:creationId xmlns:a16="http://schemas.microsoft.com/office/drawing/2014/main" id="{C9C03D73-F619-A905-F1DF-D694F86B280C}"/>
                </a:ext>
              </a:extLst>
            </p:cNvPr>
            <p:cNvSpPr/>
            <p:nvPr/>
          </p:nvSpPr>
          <p:spPr>
            <a:xfrm>
              <a:off x="6041023" y="2064548"/>
              <a:ext cx="1649268" cy="1143272"/>
            </a:xfrm>
            <a:custGeom>
              <a:avLst/>
              <a:gdLst/>
              <a:ahLst/>
              <a:cxnLst/>
              <a:rect l="l" t="t" r="r" b="b"/>
              <a:pathLst>
                <a:path w="1958779" h="1399637">
                  <a:moveTo>
                    <a:pt x="0" y="0"/>
                  </a:moveTo>
                  <a:lnTo>
                    <a:pt x="1958779" y="0"/>
                  </a:lnTo>
                  <a:lnTo>
                    <a:pt x="1958779" y="1399637"/>
                  </a:lnTo>
                  <a:lnTo>
                    <a:pt x="0" y="1399637"/>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sp>
          <p:nvSpPr>
            <p:cNvPr id="10" name="Freeform 24">
              <a:extLst>
                <a:ext uri="{FF2B5EF4-FFF2-40B4-BE49-F238E27FC236}">
                  <a16:creationId xmlns:a16="http://schemas.microsoft.com/office/drawing/2014/main" id="{63B346D9-87CB-190B-742C-E2FBEF0A9F62}"/>
                </a:ext>
              </a:extLst>
            </p:cNvPr>
            <p:cNvSpPr/>
            <p:nvPr/>
          </p:nvSpPr>
          <p:spPr>
            <a:xfrm>
              <a:off x="5506820" y="1876538"/>
              <a:ext cx="909657" cy="753377"/>
            </a:xfrm>
            <a:custGeom>
              <a:avLst/>
              <a:gdLst/>
              <a:ahLst/>
              <a:cxnLst/>
              <a:rect l="l" t="t" r="r" b="b"/>
              <a:pathLst>
                <a:path w="1471741" h="1471741">
                  <a:moveTo>
                    <a:pt x="0" y="0"/>
                  </a:moveTo>
                  <a:lnTo>
                    <a:pt x="1471740" y="0"/>
                  </a:lnTo>
                  <a:lnTo>
                    <a:pt x="1471740" y="1471741"/>
                  </a:lnTo>
                  <a:lnTo>
                    <a:pt x="0" y="1471741"/>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US"/>
            </a:p>
          </p:txBody>
        </p:sp>
      </p:grpSp>
      <p:sp>
        <p:nvSpPr>
          <p:cNvPr id="6" name="TextBox 5">
            <a:extLst>
              <a:ext uri="{FF2B5EF4-FFF2-40B4-BE49-F238E27FC236}">
                <a16:creationId xmlns:a16="http://schemas.microsoft.com/office/drawing/2014/main" id="{65089454-D824-606D-DD98-2812E9D19D9E}"/>
              </a:ext>
            </a:extLst>
          </p:cNvPr>
          <p:cNvSpPr txBox="1"/>
          <p:nvPr/>
        </p:nvSpPr>
        <p:spPr>
          <a:xfrm>
            <a:off x="2254972" y="8477439"/>
            <a:ext cx="3939173" cy="584775"/>
          </a:xfrm>
          <a:prstGeom prst="rect">
            <a:avLst/>
          </a:prstGeom>
          <a:noFill/>
        </p:spPr>
        <p:txBody>
          <a:bodyPr wrap="square">
            <a:spAutoFit/>
          </a:bodyPr>
          <a:lstStyle/>
          <a:p>
            <a:r>
              <a:rPr lang="en-US" sz="1600" dirty="0">
                <a:solidFill>
                  <a:schemeClr val="accent3">
                    <a:lumMod val="50000"/>
                  </a:schemeClr>
                </a:solidFill>
                <a:latin typeface="Amasis MT Pro" panose="02040504050005020304" pitchFamily="18" charset="0"/>
                <a:cs typeface="Times New Roman" panose="02020603050405020304" pitchFamily="18" charset="0"/>
              </a:rPr>
              <a:t>https://www.youtube.com/watch?v=2njBLUQ11fU&amp;t=6s</a:t>
            </a:r>
          </a:p>
        </p:txBody>
      </p:sp>
      <p:cxnSp>
        <p:nvCxnSpPr>
          <p:cNvPr id="14" name="Straight Arrow Connector 13">
            <a:extLst>
              <a:ext uri="{FF2B5EF4-FFF2-40B4-BE49-F238E27FC236}">
                <a16:creationId xmlns:a16="http://schemas.microsoft.com/office/drawing/2014/main" id="{7B1ACCD0-E7F1-A5B8-6EC4-12BDE776238D}"/>
              </a:ext>
            </a:extLst>
          </p:cNvPr>
          <p:cNvCxnSpPr>
            <a:cxnSpLocks/>
          </p:cNvCxnSpPr>
          <p:nvPr/>
        </p:nvCxnSpPr>
        <p:spPr>
          <a:xfrm flipV="1">
            <a:off x="5203560" y="2712365"/>
            <a:ext cx="469605" cy="385398"/>
          </a:xfrm>
          <a:prstGeom prst="straightConnector1">
            <a:avLst/>
          </a:prstGeom>
          <a:ln w="28575">
            <a:solidFill>
              <a:srgbClr val="44524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172CDAA8-9EB4-E404-D33A-5E2D525F1A3D}"/>
              </a:ext>
            </a:extLst>
          </p:cNvPr>
          <p:cNvCxnSpPr>
            <a:cxnSpLocks/>
          </p:cNvCxnSpPr>
          <p:nvPr/>
        </p:nvCxnSpPr>
        <p:spPr>
          <a:xfrm flipV="1">
            <a:off x="10093065" y="2555141"/>
            <a:ext cx="794537" cy="617267"/>
          </a:xfrm>
          <a:prstGeom prst="straightConnector1">
            <a:avLst/>
          </a:prstGeom>
          <a:ln w="28575">
            <a:solidFill>
              <a:srgbClr val="445240"/>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C82EF5E0-8879-9191-A9FA-BD67DD118E69}"/>
              </a:ext>
            </a:extLst>
          </p:cNvPr>
          <p:cNvCxnSpPr>
            <a:cxnSpLocks/>
          </p:cNvCxnSpPr>
          <p:nvPr/>
        </p:nvCxnSpPr>
        <p:spPr>
          <a:xfrm>
            <a:off x="12297747" y="2495326"/>
            <a:ext cx="716069" cy="409738"/>
          </a:xfrm>
          <a:prstGeom prst="straightConnector1">
            <a:avLst/>
          </a:prstGeom>
          <a:ln w="28575">
            <a:solidFill>
              <a:srgbClr val="44524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6691BA10-83C8-BAC5-C048-03E1B860D94B}"/>
              </a:ext>
            </a:extLst>
          </p:cNvPr>
          <p:cNvCxnSpPr>
            <a:cxnSpLocks/>
          </p:cNvCxnSpPr>
          <p:nvPr/>
        </p:nvCxnSpPr>
        <p:spPr>
          <a:xfrm flipH="1" flipV="1">
            <a:off x="7528233" y="2673663"/>
            <a:ext cx="502634" cy="355637"/>
          </a:xfrm>
          <a:prstGeom prst="straightConnector1">
            <a:avLst/>
          </a:prstGeom>
          <a:ln w="28575">
            <a:solidFill>
              <a:srgbClr val="44524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65513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B7C93-F37C-5616-0124-69262A5B28F3}"/>
            </a:ext>
          </a:extLst>
        </p:cNvPr>
        <p:cNvGrpSpPr/>
        <p:nvPr/>
      </p:nvGrpSpPr>
      <p:grpSpPr>
        <a:xfrm>
          <a:off x="0" y="0"/>
          <a:ext cx="0" cy="0"/>
          <a:chOff x="0" y="0"/>
          <a:chExt cx="0" cy="0"/>
        </a:xfrm>
      </p:grpSpPr>
      <p:sp>
        <p:nvSpPr>
          <p:cNvPr id="23" name="Rectángulo 22">
            <a:extLst>
              <a:ext uri="{FF2B5EF4-FFF2-40B4-BE49-F238E27FC236}">
                <a16:creationId xmlns:a16="http://schemas.microsoft.com/office/drawing/2014/main" id="{49F2BB93-5039-6160-D59F-1A935EFC0858}"/>
              </a:ext>
            </a:extLst>
          </p:cNvPr>
          <p:cNvSpPr/>
          <p:nvPr/>
        </p:nvSpPr>
        <p:spPr>
          <a:xfrm>
            <a:off x="0" y="-3921"/>
            <a:ext cx="18288000" cy="1700412"/>
          </a:xfrm>
          <a:prstGeom prst="rect">
            <a:avLst/>
          </a:prstGeom>
          <a:gradFill flip="none" rotWithShape="1">
            <a:gsLst>
              <a:gs pos="0">
                <a:srgbClr val="445240"/>
              </a:gs>
              <a:gs pos="88000">
                <a:srgbClr val="445240">
                  <a:alpha val="17000"/>
                </a:srgbClr>
              </a:gs>
              <a:gs pos="54000">
                <a:srgbClr val="445240">
                  <a:alpha val="64000"/>
                </a:srgbClr>
              </a:gs>
              <a:gs pos="74000">
                <a:srgbClr val="445240">
                  <a:alpha val="49000"/>
                </a:srgbClr>
              </a:gs>
              <a:gs pos="100000">
                <a:srgbClr val="445240">
                  <a:alpha val="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 name="Picture 12" descr="A green number with a white background&#10;&#10;Description automatically generated">
            <a:extLst>
              <a:ext uri="{FF2B5EF4-FFF2-40B4-BE49-F238E27FC236}">
                <a16:creationId xmlns:a16="http://schemas.microsoft.com/office/drawing/2014/main" id="{54201CD8-7768-5AE0-A06A-3274AAE99B80}"/>
              </a:ext>
            </a:extLst>
          </p:cNvPr>
          <p:cNvPicPr>
            <a:picLocks noChangeAspect="1"/>
          </p:cNvPicPr>
          <p:nvPr/>
        </p:nvPicPr>
        <p:blipFill>
          <a:blip r:embed="rId3" cstate="print">
            <a:biLevel thresh="25000"/>
            <a:extLst>
              <a:ext uri="{BEBA8EAE-BF5A-486C-A8C5-ECC9F3942E4B}">
                <a14:imgProps xmlns:a14="http://schemas.microsoft.com/office/drawing/2010/main">
                  <a14:imgLayer r:embed="rId4">
                    <a14:imgEffect>
                      <a14:backgroundRemoval t="14524" b="87143" l="1586" r="97260">
                        <a14:foregroundMark x1="16078" y1="39286" x2="16078" y2="39286"/>
                        <a14:foregroundMark x1="6849" y1="41905" x2="6849" y2="41905"/>
                        <a14:foregroundMark x1="50180" y1="55238" x2="50180" y2="55238"/>
                        <a14:foregroundMark x1="30209" y1="87143" x2="30209" y2="87143"/>
                        <a14:foregroundMark x1="60923" y1="54762" x2="60923" y2="54762"/>
                        <a14:foregroundMark x1="72675" y1="57857" x2="72675" y2="57857"/>
                        <a14:foregroundMark x1="89257" y1="44048" x2="89257" y2="44048"/>
                        <a14:foregroundMark x1="97404" y1="31667" x2="97404" y2="31667"/>
                        <a14:foregroundMark x1="5479" y1="62381" x2="5479" y2="62381"/>
                        <a14:foregroundMark x1="1586" y1="84762" x2="1586" y2="84762"/>
                      </a14:backgroundRemoval>
                    </a14:imgEffect>
                    <a14:imgEffect>
                      <a14:artisticTexturizer/>
                    </a14:imgEffect>
                    <a14:imgEffect>
                      <a14:saturation sat="33000"/>
                    </a14:imgEffect>
                  </a14:imgLayer>
                </a14:imgProps>
              </a:ext>
              <a:ext uri="{28A0092B-C50C-407E-A947-70E740481C1C}">
                <a14:useLocalDpi xmlns:a14="http://schemas.microsoft.com/office/drawing/2010/main" val="0"/>
              </a:ext>
            </a:extLst>
          </a:blip>
          <a:srcRect l="486" t="6154" r="583" b="7919"/>
          <a:stretch>
            <a:fillRect/>
          </a:stretch>
        </p:blipFill>
        <p:spPr>
          <a:xfrm>
            <a:off x="14206789" y="159703"/>
            <a:ext cx="3738723" cy="983295"/>
          </a:xfrm>
          <a:prstGeom prst="rect">
            <a:avLst/>
          </a:prstGeom>
        </p:spPr>
      </p:pic>
      <p:sp>
        <p:nvSpPr>
          <p:cNvPr id="3" name="CuadroTexto 2">
            <a:extLst>
              <a:ext uri="{FF2B5EF4-FFF2-40B4-BE49-F238E27FC236}">
                <a16:creationId xmlns:a16="http://schemas.microsoft.com/office/drawing/2014/main" id="{2D049DBF-C046-E4C5-8AC0-11188A4251FD}"/>
              </a:ext>
            </a:extLst>
          </p:cNvPr>
          <p:cNvSpPr txBox="1"/>
          <p:nvPr/>
        </p:nvSpPr>
        <p:spPr>
          <a:xfrm>
            <a:off x="420857" y="117133"/>
            <a:ext cx="12604678" cy="1323439"/>
          </a:xfrm>
          <a:prstGeom prst="rect">
            <a:avLst/>
          </a:prstGeom>
          <a:noFill/>
        </p:spPr>
        <p:txBody>
          <a:bodyPr wrap="square" rtlCol="0">
            <a:spAutoFit/>
          </a:bodyPr>
          <a:lstStyle/>
          <a:p>
            <a:pPr algn="ctr"/>
            <a:r>
              <a:rPr lang="fr-FR" sz="8000" dirty="0">
                <a:solidFill>
                  <a:schemeClr val="bg1"/>
                </a:solidFill>
                <a:latin typeface="Amasis MT Pro" panose="02040504050005020304" pitchFamily="18" charset="0"/>
                <a:cs typeface="Times New Roman" panose="02020603050405020304" pitchFamily="18" charset="0"/>
              </a:rPr>
              <a:t>Objectives</a:t>
            </a:r>
          </a:p>
        </p:txBody>
      </p:sp>
      <p:sp>
        <p:nvSpPr>
          <p:cNvPr id="13" name="Slide Number Placeholder 16">
            <a:extLst>
              <a:ext uri="{FF2B5EF4-FFF2-40B4-BE49-F238E27FC236}">
                <a16:creationId xmlns:a16="http://schemas.microsoft.com/office/drawing/2014/main" id="{3370B58F-B2CF-4DC4-AF6B-3305085C2C4D}"/>
              </a:ext>
            </a:extLst>
          </p:cNvPr>
          <p:cNvSpPr txBox="1">
            <a:spLocks/>
          </p:cNvSpPr>
          <p:nvPr/>
        </p:nvSpPr>
        <p:spPr>
          <a:xfrm>
            <a:off x="16009663" y="9824662"/>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14</a:t>
            </a:fld>
            <a:endParaRPr lang="en-US"/>
          </a:p>
        </p:txBody>
      </p:sp>
      <p:grpSp>
        <p:nvGrpSpPr>
          <p:cNvPr id="22" name="Group 21">
            <a:extLst>
              <a:ext uri="{FF2B5EF4-FFF2-40B4-BE49-F238E27FC236}">
                <a16:creationId xmlns:a16="http://schemas.microsoft.com/office/drawing/2014/main" id="{B512CBE8-19CD-F428-965A-68CBDFF3A423}"/>
              </a:ext>
            </a:extLst>
          </p:cNvPr>
          <p:cNvGrpSpPr/>
          <p:nvPr/>
        </p:nvGrpSpPr>
        <p:grpSpPr>
          <a:xfrm>
            <a:off x="1157976" y="3761149"/>
            <a:ext cx="9609551" cy="3108544"/>
            <a:chOff x="1187467" y="6974281"/>
            <a:chExt cx="6711908" cy="2861765"/>
          </a:xfrm>
        </p:grpSpPr>
        <p:sp>
          <p:nvSpPr>
            <p:cNvPr id="7" name="TextBox 6">
              <a:extLst>
                <a:ext uri="{FF2B5EF4-FFF2-40B4-BE49-F238E27FC236}">
                  <a16:creationId xmlns:a16="http://schemas.microsoft.com/office/drawing/2014/main" id="{CBF29998-7ABC-B45E-49D6-3FAC0D3CC7D0}"/>
                </a:ext>
              </a:extLst>
            </p:cNvPr>
            <p:cNvSpPr txBox="1"/>
            <p:nvPr/>
          </p:nvSpPr>
          <p:spPr>
            <a:xfrm>
              <a:off x="1187467" y="6974282"/>
              <a:ext cx="6711908" cy="2861764"/>
            </a:xfrm>
            <a:prstGeom prst="rect">
              <a:avLst/>
            </a:prstGeom>
            <a:noFill/>
          </p:spPr>
          <p:txBody>
            <a:bodyPr wrap="square">
              <a:spAutoFit/>
            </a:bodyPr>
            <a:lstStyle/>
            <a:p>
              <a:r>
                <a:rPr lang="en-US" sz="2800" dirty="0">
                  <a:solidFill>
                    <a:srgbClr val="445240"/>
                  </a:solidFill>
                  <a:latin typeface="Amasis MT Pro" panose="02040504050005020304" pitchFamily="18" charset="0"/>
                  <a:cs typeface="Times New Roman" panose="02020603050405020304" pitchFamily="18" charset="0"/>
                </a:rPr>
                <a:t>                  </a:t>
              </a:r>
              <a:r>
                <a:rPr lang="en-US" sz="2800" b="1" dirty="0">
                  <a:solidFill>
                    <a:srgbClr val="445240"/>
                  </a:solidFill>
                  <a:latin typeface="Amasis MT Pro" panose="02040504050005020304" pitchFamily="18" charset="0"/>
                  <a:cs typeface="Times New Roman" panose="02020603050405020304" pitchFamily="18" charset="0"/>
                </a:rPr>
                <a:t>Today                                 with RESSER</a:t>
              </a:r>
            </a:p>
            <a:p>
              <a:r>
                <a:rPr lang="en-US" sz="2800" dirty="0">
                  <a:solidFill>
                    <a:srgbClr val="445240"/>
                  </a:solidFill>
                  <a:latin typeface="Amasis MT Pro" panose="02040504050005020304" pitchFamily="18" charset="0"/>
                  <a:cs typeface="Times New Roman" panose="02020603050405020304" pitchFamily="18" charset="0"/>
                </a:rPr>
                <a:t>                      </a:t>
              </a:r>
            </a:p>
            <a:p>
              <a:r>
                <a:rPr lang="en-US" sz="2800" dirty="0">
                  <a:solidFill>
                    <a:srgbClr val="445240"/>
                  </a:solidFill>
                  <a:latin typeface="Amasis MT Pro" panose="02040504050005020304" pitchFamily="18" charset="0"/>
                  <a:cs typeface="Times New Roman" panose="02020603050405020304" pitchFamily="18" charset="0"/>
                </a:rPr>
                <a:t>                   25,2 %                                            50 %</a:t>
              </a:r>
            </a:p>
            <a:p>
              <a:r>
                <a:rPr lang="en-US" sz="2800" dirty="0">
                  <a:solidFill>
                    <a:srgbClr val="445240"/>
                  </a:solidFill>
                  <a:latin typeface="Amasis MT Pro" panose="02040504050005020304" pitchFamily="18" charset="0"/>
                  <a:cs typeface="Times New Roman" panose="02020603050405020304" pitchFamily="18" charset="0"/>
                </a:rPr>
                <a:t>█████░░░░░░░░░░░░  </a:t>
              </a:r>
              <a:r>
                <a:rPr lang="en-US" sz="2800" dirty="0">
                  <a:latin typeface="Amasis MT Pro" panose="02040504050005020304" pitchFamily="18" charset="0"/>
                  <a:cs typeface="Times New Roman" panose="02020603050405020304" pitchFamily="18" charset="0"/>
                </a:rPr>
                <a:t>       </a:t>
              </a:r>
              <a:r>
                <a:rPr lang="en-US" sz="2800" dirty="0">
                  <a:solidFill>
                    <a:srgbClr val="445240"/>
                  </a:solidFill>
                  <a:latin typeface="Amasis MT Pro" panose="02040504050005020304" pitchFamily="18" charset="0"/>
                  <a:cs typeface="Times New Roman" panose="02020603050405020304" pitchFamily="18" charset="0"/>
                </a:rPr>
                <a:t>██████████░░░░░</a:t>
              </a:r>
            </a:p>
            <a:p>
              <a:r>
                <a:rPr lang="fr-FR" sz="2800" dirty="0">
                  <a:solidFill>
                    <a:srgbClr val="445240"/>
                  </a:solidFill>
                  <a:latin typeface="Amasis MT Pro" panose="02040504050005020304" pitchFamily="18" charset="0"/>
                  <a:cs typeface="Times New Roman" panose="02020603050405020304" pitchFamily="18" charset="0"/>
                </a:rPr>
                <a:t>  🚛 Long distances	                    📍 Local </a:t>
              </a:r>
              <a:r>
                <a:rPr lang="fr-FR" sz="2800" dirty="0" err="1">
                  <a:solidFill>
                    <a:srgbClr val="445240"/>
                  </a:solidFill>
                  <a:latin typeface="Amasis MT Pro" panose="02040504050005020304" pitchFamily="18" charset="0"/>
                  <a:cs typeface="Times New Roman" panose="02020603050405020304" pitchFamily="18" charset="0"/>
                </a:rPr>
                <a:t>valorization</a:t>
              </a:r>
              <a:endParaRPr lang="fr-FR" sz="2800" dirty="0">
                <a:solidFill>
                  <a:srgbClr val="445240"/>
                </a:solidFill>
                <a:latin typeface="Amasis MT Pro" panose="02040504050005020304" pitchFamily="18" charset="0"/>
                <a:cs typeface="Times New Roman" panose="02020603050405020304" pitchFamily="18" charset="0"/>
              </a:endParaRPr>
            </a:p>
            <a:p>
              <a:r>
                <a:rPr lang="fr-FR" sz="2800" dirty="0">
                  <a:solidFill>
                    <a:srgbClr val="445240"/>
                  </a:solidFill>
                  <a:latin typeface="Amasis MT Pro" panose="02040504050005020304" pitchFamily="18" charset="0"/>
                  <a:cs typeface="Times New Roman" panose="02020603050405020304" pitchFamily="18" charset="0"/>
                </a:rPr>
                <a:t> 💨 </a:t>
              </a:r>
              <a:r>
                <a:rPr lang="fr-FR" sz="2800" dirty="0" err="1">
                  <a:solidFill>
                    <a:srgbClr val="445240"/>
                  </a:solidFill>
                  <a:latin typeface="Amasis MT Pro" panose="02040504050005020304" pitchFamily="18" charset="0"/>
                  <a:cs typeface="Times New Roman" panose="02020603050405020304" pitchFamily="18" charset="0"/>
                </a:rPr>
                <a:t>Higher</a:t>
              </a:r>
              <a:r>
                <a:rPr lang="fr-FR" sz="2800" dirty="0">
                  <a:solidFill>
                    <a:srgbClr val="445240"/>
                  </a:solidFill>
                  <a:latin typeface="Amasis MT Pro" panose="02040504050005020304" pitchFamily="18" charset="0"/>
                  <a:cs typeface="Times New Roman" panose="02020603050405020304" pitchFamily="18" charset="0"/>
                </a:rPr>
                <a:t> CO₂ </a:t>
              </a:r>
              <a:r>
                <a:rPr lang="fr-FR" sz="2800" dirty="0" err="1">
                  <a:solidFill>
                    <a:srgbClr val="445240"/>
                  </a:solidFill>
                  <a:latin typeface="Amasis MT Pro" panose="02040504050005020304" pitchFamily="18" charset="0"/>
                  <a:cs typeface="Times New Roman" panose="02020603050405020304" pitchFamily="18" charset="0"/>
                </a:rPr>
                <a:t>emissions</a:t>
              </a:r>
              <a:r>
                <a:rPr lang="fr-FR" sz="2800" dirty="0">
                  <a:solidFill>
                    <a:srgbClr val="445240"/>
                  </a:solidFill>
                  <a:latin typeface="Amasis MT Pro" panose="02040504050005020304" pitchFamily="18" charset="0"/>
                  <a:cs typeface="Times New Roman" panose="02020603050405020304" pitchFamily="18" charset="0"/>
                </a:rPr>
                <a:t>            🌱 </a:t>
              </a:r>
              <a:r>
                <a:rPr lang="fr-FR" sz="2800" dirty="0" err="1">
                  <a:solidFill>
                    <a:srgbClr val="445240"/>
                  </a:solidFill>
                  <a:latin typeface="Amasis MT Pro" panose="02040504050005020304" pitchFamily="18" charset="0"/>
                  <a:cs typeface="Times New Roman" panose="02020603050405020304" pitchFamily="18" charset="0"/>
                </a:rPr>
                <a:t>Reduced</a:t>
              </a:r>
              <a:r>
                <a:rPr lang="fr-FR" sz="2800" dirty="0">
                  <a:solidFill>
                    <a:srgbClr val="445240"/>
                  </a:solidFill>
                  <a:latin typeface="Amasis MT Pro" panose="02040504050005020304" pitchFamily="18" charset="0"/>
                  <a:cs typeface="Times New Roman" panose="02020603050405020304" pitchFamily="18" charset="0"/>
                </a:rPr>
                <a:t> CO₂ </a:t>
              </a:r>
              <a:r>
                <a:rPr lang="fr-FR" sz="2800" dirty="0" err="1">
                  <a:solidFill>
                    <a:srgbClr val="445240"/>
                  </a:solidFill>
                  <a:latin typeface="Amasis MT Pro" panose="02040504050005020304" pitchFamily="18" charset="0"/>
                  <a:cs typeface="Times New Roman" panose="02020603050405020304" pitchFamily="18" charset="0"/>
                </a:rPr>
                <a:t>emissions</a:t>
              </a:r>
              <a:endParaRPr lang="fr-FR" sz="2800" dirty="0">
                <a:solidFill>
                  <a:srgbClr val="445240"/>
                </a:solidFill>
                <a:latin typeface="Amasis MT Pro" panose="02040504050005020304" pitchFamily="18" charset="0"/>
                <a:cs typeface="Times New Roman" panose="02020603050405020304" pitchFamily="18" charset="0"/>
              </a:endParaRPr>
            </a:p>
            <a:p>
              <a:r>
                <a:rPr lang="fr-FR" sz="2800" dirty="0">
                  <a:solidFill>
                    <a:srgbClr val="445240"/>
                  </a:solidFill>
                  <a:latin typeface="Amasis MT Pro" panose="02040504050005020304" pitchFamily="18" charset="0"/>
                  <a:cs typeface="Times New Roman" panose="02020603050405020304" pitchFamily="18" charset="0"/>
                </a:rPr>
                <a:t> 🔥 </a:t>
              </a:r>
              <a:r>
                <a:rPr lang="fr-FR" sz="2800" dirty="0" err="1">
                  <a:solidFill>
                    <a:srgbClr val="445240"/>
                  </a:solidFill>
                  <a:latin typeface="Amasis MT Pro" panose="02040504050005020304" pitchFamily="18" charset="0"/>
                  <a:cs typeface="Times New Roman" panose="02020603050405020304" pitchFamily="18" charset="0"/>
                </a:rPr>
                <a:t>Predominantly</a:t>
              </a:r>
              <a:r>
                <a:rPr lang="fr-FR" sz="2800" dirty="0">
                  <a:solidFill>
                    <a:srgbClr val="445240"/>
                  </a:solidFill>
                  <a:latin typeface="Amasis MT Pro" panose="02040504050005020304" pitchFamily="18" charset="0"/>
                  <a:cs typeface="Times New Roman" panose="02020603050405020304" pitchFamily="18" charset="0"/>
                </a:rPr>
                <a:t> </a:t>
              </a:r>
              <a:r>
                <a:rPr lang="fr-FR" sz="2800" dirty="0" err="1">
                  <a:solidFill>
                    <a:srgbClr val="445240"/>
                  </a:solidFill>
                  <a:latin typeface="Amasis MT Pro" panose="02040504050005020304" pitchFamily="18" charset="0"/>
                  <a:cs typeface="Times New Roman" panose="02020603050405020304" pitchFamily="18" charset="0"/>
                </a:rPr>
                <a:t>incinerated</a:t>
              </a:r>
              <a:r>
                <a:rPr lang="fr-FR" sz="2800" dirty="0">
                  <a:solidFill>
                    <a:srgbClr val="445240"/>
                  </a:solidFill>
                  <a:latin typeface="Amasis MT Pro" panose="02040504050005020304" pitchFamily="18" charset="0"/>
                  <a:cs typeface="Times New Roman" panose="02020603050405020304" pitchFamily="18" charset="0"/>
                </a:rPr>
                <a:t>       🔄 </a:t>
              </a:r>
              <a:r>
                <a:rPr lang="fr-FR" sz="2800" dirty="0" err="1">
                  <a:solidFill>
                    <a:srgbClr val="445240"/>
                  </a:solidFill>
                  <a:latin typeface="Amasis MT Pro" panose="02040504050005020304" pitchFamily="18" charset="0"/>
                  <a:cs typeface="Times New Roman" panose="02020603050405020304" pitchFamily="18" charset="0"/>
                </a:rPr>
                <a:t>Recovered</a:t>
              </a:r>
              <a:r>
                <a:rPr lang="fr-FR" sz="2800" dirty="0">
                  <a:solidFill>
                    <a:srgbClr val="445240"/>
                  </a:solidFill>
                  <a:latin typeface="Amasis MT Pro" panose="02040504050005020304" pitchFamily="18" charset="0"/>
                  <a:cs typeface="Times New Roman" panose="02020603050405020304" pitchFamily="18" charset="0"/>
                </a:rPr>
                <a:t> </a:t>
              </a:r>
              <a:r>
                <a:rPr lang="fr-FR" sz="2800" dirty="0" err="1">
                  <a:solidFill>
                    <a:srgbClr val="445240"/>
                  </a:solidFill>
                  <a:latin typeface="Amasis MT Pro" panose="02040504050005020304" pitchFamily="18" charset="0"/>
                  <a:cs typeface="Times New Roman" panose="02020603050405020304" pitchFamily="18" charset="0"/>
                </a:rPr>
                <a:t>materials</a:t>
              </a:r>
              <a:endParaRPr lang="en-US" sz="2800" dirty="0">
                <a:solidFill>
                  <a:srgbClr val="445240"/>
                </a:solidFill>
                <a:latin typeface="Amasis MT Pro" panose="02040504050005020304" pitchFamily="18" charset="0"/>
                <a:cs typeface="Times New Roman" panose="02020603050405020304" pitchFamily="18" charset="0"/>
              </a:endParaRPr>
            </a:p>
          </p:txBody>
        </p:sp>
        <p:cxnSp>
          <p:nvCxnSpPr>
            <p:cNvPr id="15" name="Straight Connector 14">
              <a:extLst>
                <a:ext uri="{FF2B5EF4-FFF2-40B4-BE49-F238E27FC236}">
                  <a16:creationId xmlns:a16="http://schemas.microsoft.com/office/drawing/2014/main" id="{30CA539E-DA8C-BD10-7908-770A22117860}"/>
                </a:ext>
              </a:extLst>
            </p:cNvPr>
            <p:cNvCxnSpPr/>
            <p:nvPr/>
          </p:nvCxnSpPr>
          <p:spPr>
            <a:xfrm>
              <a:off x="1313045" y="7413392"/>
              <a:ext cx="6586330" cy="0"/>
            </a:xfrm>
            <a:prstGeom prst="line">
              <a:avLst/>
            </a:prstGeom>
            <a:ln>
              <a:solidFill>
                <a:srgbClr val="44524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5E1A467E-6B2C-1F61-A995-533B5C06D1FA}"/>
                </a:ext>
              </a:extLst>
            </p:cNvPr>
            <p:cNvCxnSpPr>
              <a:cxnSpLocks/>
            </p:cNvCxnSpPr>
            <p:nvPr/>
          </p:nvCxnSpPr>
          <p:spPr>
            <a:xfrm>
              <a:off x="4664326" y="6974281"/>
              <a:ext cx="0" cy="2861765"/>
            </a:xfrm>
            <a:prstGeom prst="line">
              <a:avLst/>
            </a:prstGeom>
            <a:ln>
              <a:solidFill>
                <a:srgbClr val="445240"/>
              </a:solidFill>
            </a:ln>
          </p:spPr>
          <p:style>
            <a:lnRef idx="1">
              <a:schemeClr val="accent1"/>
            </a:lnRef>
            <a:fillRef idx="0">
              <a:schemeClr val="accent1"/>
            </a:fillRef>
            <a:effectRef idx="0">
              <a:schemeClr val="accent1"/>
            </a:effectRef>
            <a:fontRef idx="minor">
              <a:schemeClr val="tx1"/>
            </a:fontRef>
          </p:style>
        </p:cxnSp>
      </p:grpSp>
      <p:sp>
        <p:nvSpPr>
          <p:cNvPr id="21" name="TextBox 20">
            <a:extLst>
              <a:ext uri="{FF2B5EF4-FFF2-40B4-BE49-F238E27FC236}">
                <a16:creationId xmlns:a16="http://schemas.microsoft.com/office/drawing/2014/main" id="{8D2F09BD-CBC8-BF73-6C9F-31DC49DC7820}"/>
              </a:ext>
            </a:extLst>
          </p:cNvPr>
          <p:cNvSpPr txBox="1"/>
          <p:nvPr/>
        </p:nvSpPr>
        <p:spPr>
          <a:xfrm>
            <a:off x="11384835" y="4886833"/>
            <a:ext cx="5456920" cy="707886"/>
          </a:xfrm>
          <a:prstGeom prst="rect">
            <a:avLst/>
          </a:prstGeom>
          <a:noFill/>
        </p:spPr>
        <p:txBody>
          <a:bodyPr wrap="square">
            <a:spAutoFit/>
          </a:bodyPr>
          <a:lstStyle/>
          <a:p>
            <a:r>
              <a:rPr lang="fr-FR" sz="4000" dirty="0">
                <a:solidFill>
                  <a:srgbClr val="445240"/>
                </a:solidFill>
                <a:latin typeface="Amasis MT Pro" panose="02040504050005020304" pitchFamily="18" charset="0"/>
                <a:cs typeface="Times New Roman" panose="02020603050405020304" pitchFamily="18" charset="0"/>
              </a:rPr>
              <a:t>👥 Citizen engagement</a:t>
            </a:r>
            <a:endParaRPr lang="en-US" sz="4000" dirty="0">
              <a:solidFill>
                <a:srgbClr val="445240"/>
              </a:solidFill>
              <a:latin typeface="Amasis MT Pro" panose="02040504050005020304" pitchFamily="18" charset="0"/>
              <a:cs typeface="Times New Roman" panose="02020603050405020304" pitchFamily="18" charset="0"/>
            </a:endParaRPr>
          </a:p>
        </p:txBody>
      </p:sp>
    </p:spTree>
    <p:extLst>
      <p:ext uri="{BB962C8B-B14F-4D97-AF65-F5344CB8AC3E}">
        <p14:creationId xmlns:p14="http://schemas.microsoft.com/office/powerpoint/2010/main" val="1218898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8288000" cy="5536950"/>
          </a:xfrm>
          <a:prstGeom prst="rect">
            <a:avLst/>
          </a:prstGeom>
          <a:solidFill>
            <a:srgbClr val="445240"/>
          </a:solidFill>
          <a:ln>
            <a:solidFill>
              <a:schemeClr val="accent1"/>
            </a:solidFill>
          </a:ln>
        </p:spPr>
        <p:txBody>
          <a:bodyPr/>
          <a:lstStyle/>
          <a:p>
            <a:endParaRPr lang="en-US"/>
          </a:p>
        </p:txBody>
      </p:sp>
      <p:sp>
        <p:nvSpPr>
          <p:cNvPr id="3" name="TextBox 3"/>
          <p:cNvSpPr txBox="1"/>
          <p:nvPr/>
        </p:nvSpPr>
        <p:spPr>
          <a:xfrm>
            <a:off x="364555" y="3912724"/>
            <a:ext cx="14549271" cy="3103542"/>
          </a:xfrm>
          <a:prstGeom prst="rect">
            <a:avLst/>
          </a:prstGeom>
        </p:spPr>
        <p:txBody>
          <a:bodyPr wrap="square" lIns="0" tIns="0" rIns="0" bIns="0" rtlCol="0" anchor="t">
            <a:spAutoFit/>
          </a:bodyPr>
          <a:lstStyle/>
          <a:p>
            <a:pPr algn="l">
              <a:lnSpc>
                <a:spcPts val="12599"/>
              </a:lnSpc>
            </a:pPr>
            <a:r>
              <a:rPr lang="en-US" sz="9000" b="1" dirty="0">
                <a:solidFill>
                  <a:srgbClr val="FFFFFF"/>
                </a:solidFill>
                <a:latin typeface="Amasis MT Pro" panose="02040504050005020304" pitchFamily="18" charset="0"/>
                <a:ea typeface="Codec Pro Bold"/>
                <a:cs typeface="Times New Roman" panose="02020603050405020304" pitchFamily="18" charset="0"/>
                <a:sym typeface="Codec Pro Bold"/>
              </a:rPr>
              <a:t>Thank you for your attention.</a:t>
            </a:r>
          </a:p>
        </p:txBody>
      </p:sp>
      <p:grpSp>
        <p:nvGrpSpPr>
          <p:cNvPr id="4" name="Group 4"/>
          <p:cNvGrpSpPr/>
          <p:nvPr/>
        </p:nvGrpSpPr>
        <p:grpSpPr>
          <a:xfrm>
            <a:off x="1028700" y="8204030"/>
            <a:ext cx="3993605" cy="1054270"/>
            <a:chOff x="0" y="0"/>
            <a:chExt cx="5324807" cy="1405694"/>
          </a:xfrm>
        </p:grpSpPr>
        <p:sp>
          <p:nvSpPr>
            <p:cNvPr id="5" name="TextBox 5"/>
            <p:cNvSpPr txBox="1"/>
            <p:nvPr/>
          </p:nvSpPr>
          <p:spPr>
            <a:xfrm>
              <a:off x="0" y="-104775"/>
              <a:ext cx="5324807" cy="670249"/>
            </a:xfrm>
            <a:prstGeom prst="rect">
              <a:avLst/>
            </a:prstGeom>
          </p:spPr>
          <p:txBody>
            <a:bodyPr lIns="0" tIns="0" rIns="0" bIns="0" rtlCol="0" anchor="t">
              <a:spAutoFit/>
            </a:bodyPr>
            <a:lstStyle/>
            <a:p>
              <a:pPr algn="l">
                <a:lnSpc>
                  <a:spcPts val="3920"/>
                </a:lnSpc>
              </a:pPr>
              <a:r>
                <a:rPr lang="en-US" sz="2800" b="1">
                  <a:solidFill>
                    <a:srgbClr val="FFFFFF"/>
                  </a:solidFill>
                  <a:latin typeface="Codec Pro Bold"/>
                  <a:ea typeface="Codec Pro Bold"/>
                  <a:cs typeface="Codec Pro Bold"/>
                  <a:sym typeface="Codec Pro Bold"/>
                </a:rPr>
                <a:t>Email </a:t>
              </a:r>
            </a:p>
          </p:txBody>
        </p:sp>
        <p:sp>
          <p:nvSpPr>
            <p:cNvPr id="6" name="TextBox 6"/>
            <p:cNvSpPr txBox="1"/>
            <p:nvPr/>
          </p:nvSpPr>
          <p:spPr>
            <a:xfrm>
              <a:off x="0" y="883350"/>
              <a:ext cx="5324807" cy="522344"/>
            </a:xfrm>
            <a:prstGeom prst="rect">
              <a:avLst/>
            </a:prstGeom>
          </p:spPr>
          <p:txBody>
            <a:bodyPr lIns="0" tIns="0" rIns="0" bIns="0" rtlCol="0" anchor="t">
              <a:spAutoFit/>
            </a:bodyPr>
            <a:lstStyle/>
            <a:p>
              <a:pPr algn="l">
                <a:lnSpc>
                  <a:spcPts val="3080"/>
                </a:lnSpc>
              </a:pPr>
              <a:r>
                <a:rPr lang="en-US" sz="2200">
                  <a:solidFill>
                    <a:srgbClr val="FFFFFF"/>
                  </a:solidFill>
                  <a:latin typeface="Codec Pro"/>
                  <a:ea typeface="Codec Pro"/>
                  <a:cs typeface="Codec Pro"/>
                  <a:sym typeface="Codec Pro"/>
                </a:rPr>
                <a:t>hello@reallygreatsite.com</a:t>
              </a:r>
            </a:p>
          </p:txBody>
        </p:sp>
      </p:grpSp>
      <p:grpSp>
        <p:nvGrpSpPr>
          <p:cNvPr id="7" name="Group 7"/>
          <p:cNvGrpSpPr/>
          <p:nvPr/>
        </p:nvGrpSpPr>
        <p:grpSpPr>
          <a:xfrm>
            <a:off x="6021678" y="8204030"/>
            <a:ext cx="3304044" cy="1054270"/>
            <a:chOff x="0" y="0"/>
            <a:chExt cx="4405392" cy="1405694"/>
          </a:xfrm>
        </p:grpSpPr>
        <p:sp>
          <p:nvSpPr>
            <p:cNvPr id="8" name="TextBox 8"/>
            <p:cNvSpPr txBox="1"/>
            <p:nvPr/>
          </p:nvSpPr>
          <p:spPr>
            <a:xfrm>
              <a:off x="0" y="-104775"/>
              <a:ext cx="4405392" cy="670249"/>
            </a:xfrm>
            <a:prstGeom prst="rect">
              <a:avLst/>
            </a:prstGeom>
          </p:spPr>
          <p:txBody>
            <a:bodyPr lIns="0" tIns="0" rIns="0" bIns="0" rtlCol="0" anchor="t">
              <a:spAutoFit/>
            </a:bodyPr>
            <a:lstStyle/>
            <a:p>
              <a:pPr algn="l">
                <a:lnSpc>
                  <a:spcPts val="3920"/>
                </a:lnSpc>
              </a:pPr>
              <a:r>
                <a:rPr lang="en-US" sz="2800" b="1">
                  <a:solidFill>
                    <a:srgbClr val="FFFFFF"/>
                  </a:solidFill>
                  <a:latin typeface="Codec Pro Bold"/>
                  <a:ea typeface="Codec Pro Bold"/>
                  <a:cs typeface="Codec Pro Bold"/>
                  <a:sym typeface="Codec Pro Bold"/>
                </a:rPr>
                <a:t>Social Media </a:t>
              </a:r>
            </a:p>
          </p:txBody>
        </p:sp>
        <p:sp>
          <p:nvSpPr>
            <p:cNvPr id="9" name="TextBox 9"/>
            <p:cNvSpPr txBox="1"/>
            <p:nvPr/>
          </p:nvSpPr>
          <p:spPr>
            <a:xfrm>
              <a:off x="0" y="883350"/>
              <a:ext cx="4405392" cy="522344"/>
            </a:xfrm>
            <a:prstGeom prst="rect">
              <a:avLst/>
            </a:prstGeom>
          </p:spPr>
          <p:txBody>
            <a:bodyPr lIns="0" tIns="0" rIns="0" bIns="0" rtlCol="0" anchor="t">
              <a:spAutoFit/>
            </a:bodyPr>
            <a:lstStyle/>
            <a:p>
              <a:pPr algn="l">
                <a:lnSpc>
                  <a:spcPts val="3080"/>
                </a:lnSpc>
              </a:pPr>
              <a:r>
                <a:rPr lang="en-US" sz="2200">
                  <a:solidFill>
                    <a:srgbClr val="FFFFFF"/>
                  </a:solidFill>
                  <a:latin typeface="Codec Pro"/>
                  <a:ea typeface="Codec Pro"/>
                  <a:cs typeface="Codec Pro"/>
                  <a:sym typeface="Codec Pro"/>
                </a:rPr>
                <a:t>@reallygreatsite</a:t>
              </a:r>
            </a:p>
          </p:txBody>
        </p:sp>
      </p:grpSp>
      <p:grpSp>
        <p:nvGrpSpPr>
          <p:cNvPr id="10" name="Group 10"/>
          <p:cNvGrpSpPr/>
          <p:nvPr/>
        </p:nvGrpSpPr>
        <p:grpSpPr>
          <a:xfrm>
            <a:off x="10231063" y="8204030"/>
            <a:ext cx="3758528" cy="1054270"/>
            <a:chOff x="0" y="0"/>
            <a:chExt cx="5011370" cy="1405694"/>
          </a:xfrm>
        </p:grpSpPr>
        <p:sp>
          <p:nvSpPr>
            <p:cNvPr id="11" name="TextBox 11"/>
            <p:cNvSpPr txBox="1"/>
            <p:nvPr/>
          </p:nvSpPr>
          <p:spPr>
            <a:xfrm>
              <a:off x="0" y="-104775"/>
              <a:ext cx="5011370" cy="670249"/>
            </a:xfrm>
            <a:prstGeom prst="rect">
              <a:avLst/>
            </a:prstGeom>
          </p:spPr>
          <p:txBody>
            <a:bodyPr lIns="0" tIns="0" rIns="0" bIns="0" rtlCol="0" anchor="t">
              <a:spAutoFit/>
            </a:bodyPr>
            <a:lstStyle/>
            <a:p>
              <a:pPr algn="l">
                <a:lnSpc>
                  <a:spcPts val="3920"/>
                </a:lnSpc>
              </a:pPr>
              <a:r>
                <a:rPr lang="en-US" sz="2800" b="1">
                  <a:solidFill>
                    <a:srgbClr val="FFFFFF"/>
                  </a:solidFill>
                  <a:latin typeface="Codec Pro Bold"/>
                  <a:ea typeface="Codec Pro Bold"/>
                  <a:cs typeface="Codec Pro Bold"/>
                  <a:sym typeface="Codec Pro Bold"/>
                </a:rPr>
                <a:t>Call us </a:t>
              </a:r>
            </a:p>
          </p:txBody>
        </p:sp>
        <p:sp>
          <p:nvSpPr>
            <p:cNvPr id="12" name="TextBox 12"/>
            <p:cNvSpPr txBox="1"/>
            <p:nvPr/>
          </p:nvSpPr>
          <p:spPr>
            <a:xfrm>
              <a:off x="0" y="883350"/>
              <a:ext cx="5011370" cy="522344"/>
            </a:xfrm>
            <a:prstGeom prst="rect">
              <a:avLst/>
            </a:prstGeom>
          </p:spPr>
          <p:txBody>
            <a:bodyPr lIns="0" tIns="0" rIns="0" bIns="0" rtlCol="0" anchor="t">
              <a:spAutoFit/>
            </a:bodyPr>
            <a:lstStyle/>
            <a:p>
              <a:pPr algn="l">
                <a:lnSpc>
                  <a:spcPts val="3080"/>
                </a:lnSpc>
              </a:pPr>
              <a:r>
                <a:rPr lang="en-US" sz="2200">
                  <a:solidFill>
                    <a:srgbClr val="FFFFFF"/>
                  </a:solidFill>
                  <a:latin typeface="Codec Pro"/>
                  <a:ea typeface="Codec Pro"/>
                  <a:cs typeface="Codec Pro"/>
                  <a:sym typeface="Codec Pro"/>
                </a:rPr>
                <a:t>123-456-7890</a:t>
              </a:r>
            </a:p>
          </p:txBody>
        </p:sp>
      </p:grpSp>
      <p:pic>
        <p:nvPicPr>
          <p:cNvPr id="17" name="Picture 12" descr="A green number with a white background&#10;&#10;Description automatically generated">
            <a:extLst>
              <a:ext uri="{FF2B5EF4-FFF2-40B4-BE49-F238E27FC236}">
                <a16:creationId xmlns:a16="http://schemas.microsoft.com/office/drawing/2014/main" id="{86E73B5A-2902-09DB-A6CF-5B82B0B93BFE}"/>
              </a:ext>
            </a:extLst>
          </p:cNvPr>
          <p:cNvPicPr>
            <a:picLocks noChangeAspect="1"/>
          </p:cNvPicPr>
          <p:nvPr/>
        </p:nvPicPr>
        <p:blipFill>
          <a:blip r:embed="rId2">
            <a:extLst>
              <a:ext uri="{BEBA8EAE-BF5A-486C-A8C5-ECC9F3942E4B}">
                <a14:imgProps xmlns:a14="http://schemas.microsoft.com/office/drawing/2010/main">
                  <a14:imgLayer r:embed="rId3">
                    <a14:imgEffect>
                      <a14:saturation sat="33000"/>
                    </a14:imgEffect>
                  </a14:imgLayer>
                </a14:imgProps>
              </a:ext>
              <a:ext uri="{28A0092B-C50C-407E-A947-70E740481C1C}">
                <a14:useLocalDpi xmlns:a14="http://schemas.microsoft.com/office/drawing/2010/main" val="0"/>
              </a:ext>
            </a:extLst>
          </a:blip>
          <a:stretch>
            <a:fillRect/>
          </a:stretch>
        </p:blipFill>
        <p:spPr>
          <a:xfrm>
            <a:off x="133674" y="5536950"/>
            <a:ext cx="5997619" cy="1816150"/>
          </a:xfrm>
          <a:prstGeom prst="rect">
            <a:avLst/>
          </a:prstGeom>
        </p:spPr>
      </p:pic>
      <p:sp>
        <p:nvSpPr>
          <p:cNvPr id="19" name="ZoneTexte 18">
            <a:extLst>
              <a:ext uri="{FF2B5EF4-FFF2-40B4-BE49-F238E27FC236}">
                <a16:creationId xmlns:a16="http://schemas.microsoft.com/office/drawing/2014/main" id="{9C4C594A-5E21-E41B-8898-814299A1186D}"/>
              </a:ext>
            </a:extLst>
          </p:cNvPr>
          <p:cNvSpPr txBox="1"/>
          <p:nvPr/>
        </p:nvSpPr>
        <p:spPr>
          <a:xfrm>
            <a:off x="26667" y="7586524"/>
            <a:ext cx="12610715" cy="1565813"/>
          </a:xfrm>
          <a:prstGeom prst="rect">
            <a:avLst/>
          </a:prstGeom>
          <a:noFill/>
        </p:spPr>
        <p:txBody>
          <a:bodyPr wrap="square">
            <a:spAutoFit/>
          </a:bodyPr>
          <a:lstStyle/>
          <a:p>
            <a:pPr algn="l">
              <a:lnSpc>
                <a:spcPts val="3920"/>
              </a:lnSpc>
            </a:pPr>
            <a:r>
              <a:rPr lang="en-US" sz="3200" b="1" dirty="0">
                <a:solidFill>
                  <a:srgbClr val="445240"/>
                </a:solidFill>
                <a:latin typeface="Amasis MT Pro" panose="02040504050005020304" pitchFamily="18" charset="0"/>
                <a:ea typeface="Codec Pro Bold"/>
                <a:cs typeface="Times New Roman" panose="02020603050405020304" pitchFamily="18" charset="0"/>
                <a:sym typeface="Codec Pro Bold"/>
              </a:rPr>
              <a:t>Cristian Caceres – Cristian.caceres@univ-lorraine.fr</a:t>
            </a:r>
          </a:p>
          <a:p>
            <a:pPr algn="l">
              <a:lnSpc>
                <a:spcPts val="3920"/>
              </a:lnSpc>
            </a:pPr>
            <a:r>
              <a:rPr lang="en-US" sz="3200" b="1" dirty="0">
                <a:solidFill>
                  <a:srgbClr val="445240"/>
                </a:solidFill>
                <a:latin typeface="Amasis MT Pro" panose="02040504050005020304" pitchFamily="18" charset="0"/>
                <a:ea typeface="Codec Pro Bold"/>
                <a:cs typeface="Times New Roman" panose="02020603050405020304" pitchFamily="18" charset="0"/>
                <a:sym typeface="Codec Pro Bold"/>
              </a:rPr>
              <a:t>Catalina Suescun – Catalina.suescun-gonzalez@univ-lorraine.fr</a:t>
            </a:r>
          </a:p>
          <a:p>
            <a:pPr>
              <a:lnSpc>
                <a:spcPts val="3920"/>
              </a:lnSpc>
            </a:pPr>
            <a:r>
              <a:rPr lang="en-US" sz="3200" b="1" dirty="0">
                <a:solidFill>
                  <a:srgbClr val="445240"/>
                </a:solidFill>
                <a:latin typeface="Amasis MT Pro" panose="02040504050005020304" pitchFamily="18" charset="0"/>
                <a:ea typeface="Codec Pro Bold"/>
                <a:cs typeface="Times New Roman" panose="02020603050405020304" pitchFamily="18" charset="0"/>
                <a:sym typeface="Codec Pro Bold"/>
              </a:rPr>
              <a:t>Paola Vazquez - Paola.vazquez@univ-lorraine.fr</a:t>
            </a:r>
          </a:p>
        </p:txBody>
      </p:sp>
      <p:pic>
        <p:nvPicPr>
          <p:cNvPr id="14" name="Imagen 13">
            <a:extLst>
              <a:ext uri="{FF2B5EF4-FFF2-40B4-BE49-F238E27FC236}">
                <a16:creationId xmlns:a16="http://schemas.microsoft.com/office/drawing/2014/main" id="{1D88EBBB-C7A6-6C1F-4A3D-FDC241F7B2F4}"/>
              </a:ext>
            </a:extLst>
          </p:cNvPr>
          <p:cNvPicPr>
            <a:picLocks noChangeAspect="1"/>
          </p:cNvPicPr>
          <p:nvPr/>
        </p:nvPicPr>
        <p:blipFill>
          <a:blip r:embed="rId4">
            <a:extLst>
              <a:ext uri="{28A0092B-C50C-407E-A947-70E740481C1C}">
                <a14:useLocalDpi xmlns:a14="http://schemas.microsoft.com/office/drawing/2010/main" val="0"/>
              </a:ext>
            </a:extLst>
          </a:blip>
          <a:srcRect l="16015" t="43514" r="9959"/>
          <a:stretch>
            <a:fillRect/>
          </a:stretch>
        </p:blipFill>
        <p:spPr>
          <a:xfrm>
            <a:off x="12753507" y="5962211"/>
            <a:ext cx="4282849" cy="3268033"/>
          </a:xfrm>
          <a:prstGeom prst="rect">
            <a:avLst/>
          </a:prstGeom>
        </p:spPr>
      </p:pic>
      <p:grpSp>
        <p:nvGrpSpPr>
          <p:cNvPr id="15" name="Group 14">
            <a:extLst>
              <a:ext uri="{FF2B5EF4-FFF2-40B4-BE49-F238E27FC236}">
                <a16:creationId xmlns:a16="http://schemas.microsoft.com/office/drawing/2014/main" id="{B02CE8B6-FB0B-4431-8204-30688507D351}"/>
              </a:ext>
            </a:extLst>
          </p:cNvPr>
          <p:cNvGrpSpPr/>
          <p:nvPr/>
        </p:nvGrpSpPr>
        <p:grpSpPr>
          <a:xfrm>
            <a:off x="8154461" y="9189202"/>
            <a:ext cx="10071274" cy="1033700"/>
            <a:chOff x="8154461" y="9189202"/>
            <a:chExt cx="10071274" cy="1033700"/>
          </a:xfrm>
        </p:grpSpPr>
        <p:grpSp>
          <p:nvGrpSpPr>
            <p:cNvPr id="30" name="Grupo 20">
              <a:extLst>
                <a:ext uri="{FF2B5EF4-FFF2-40B4-BE49-F238E27FC236}">
                  <a16:creationId xmlns:a16="http://schemas.microsoft.com/office/drawing/2014/main" id="{59C231BF-1684-CFA5-3439-2AD8AA465E44}"/>
                </a:ext>
              </a:extLst>
            </p:cNvPr>
            <p:cNvGrpSpPr/>
            <p:nvPr/>
          </p:nvGrpSpPr>
          <p:grpSpPr>
            <a:xfrm>
              <a:off x="10772775" y="9189202"/>
              <a:ext cx="7452960" cy="1033700"/>
              <a:chOff x="4201465" y="5330493"/>
              <a:chExt cx="5305926" cy="641503"/>
            </a:xfrm>
          </p:grpSpPr>
          <p:pic>
            <p:nvPicPr>
              <p:cNvPr id="31" name="Picture 5" descr="A close up of a logo&#10;&#10;Description automatically generated">
                <a:extLst>
                  <a:ext uri="{FF2B5EF4-FFF2-40B4-BE49-F238E27FC236}">
                    <a16:creationId xmlns:a16="http://schemas.microsoft.com/office/drawing/2014/main" id="{66C338AC-EF13-68DF-5FDD-46E943C4214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201465" y="5422178"/>
                <a:ext cx="1327455" cy="458134"/>
              </a:xfrm>
              <a:prstGeom prst="rect">
                <a:avLst/>
              </a:prstGeom>
            </p:spPr>
          </p:pic>
          <p:pic>
            <p:nvPicPr>
              <p:cNvPr id="32" name="Picture 6" descr="A black and white logo&#10;&#10;Description automatically generated">
                <a:extLst>
                  <a:ext uri="{FF2B5EF4-FFF2-40B4-BE49-F238E27FC236}">
                    <a16:creationId xmlns:a16="http://schemas.microsoft.com/office/drawing/2014/main" id="{B9BDC318-63DC-0DB5-1F34-C304FD987C67}"/>
                  </a:ext>
                </a:extLst>
              </p:cNvPr>
              <p:cNvPicPr>
                <a:picLocks noChangeAspect="1"/>
              </p:cNvPicPr>
              <p:nvPr/>
            </p:nvPicPr>
            <p:blipFill rotWithShape="1">
              <a:blip r:embed="rId6">
                <a:extLst>
                  <a:ext uri="{28A0092B-C50C-407E-A947-70E740481C1C}">
                    <a14:useLocalDpi xmlns:a14="http://schemas.microsoft.com/office/drawing/2010/main" val="0"/>
                  </a:ext>
                </a:extLst>
              </a:blip>
              <a:srcRect l="54538"/>
              <a:stretch/>
            </p:blipFill>
            <p:spPr bwMode="auto">
              <a:xfrm rot="10800000" flipH="1" flipV="1">
                <a:off x="5974339" y="5330493"/>
                <a:ext cx="1587522" cy="641503"/>
              </a:xfrm>
              <a:prstGeom prst="rect">
                <a:avLst/>
              </a:prstGeom>
              <a:noFill/>
              <a:ln>
                <a:noFill/>
              </a:ln>
              <a:extLst>
                <a:ext uri="{53640926-AAD7-44D8-BBD7-CCE9431645EC}">
                  <a14:shadowObscured xmlns:a14="http://schemas.microsoft.com/office/drawing/2010/main"/>
                </a:ext>
              </a:extLst>
            </p:spPr>
          </p:pic>
          <p:pic>
            <p:nvPicPr>
              <p:cNvPr id="33" name="Picture 7" descr="A yellow and black logo&#10;&#10;Description automatically generated">
                <a:extLst>
                  <a:ext uri="{FF2B5EF4-FFF2-40B4-BE49-F238E27FC236}">
                    <a16:creationId xmlns:a16="http://schemas.microsoft.com/office/drawing/2014/main" id="{3C3CC1E3-C0C3-C8ED-CD45-E896A6369512}"/>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8007279" y="5330494"/>
                <a:ext cx="1500112" cy="641502"/>
              </a:xfrm>
              <a:prstGeom prst="rect">
                <a:avLst/>
              </a:prstGeom>
              <a:noFill/>
            </p:spPr>
          </p:pic>
        </p:grpSp>
        <p:pic>
          <p:nvPicPr>
            <p:cNvPr id="13" name="Picture 6">
              <a:extLst>
                <a:ext uri="{FF2B5EF4-FFF2-40B4-BE49-F238E27FC236}">
                  <a16:creationId xmlns:a16="http://schemas.microsoft.com/office/drawing/2014/main" id="{EB4269EB-EDF5-3C4C-0A8A-EE172BD04F8C}"/>
                </a:ext>
              </a:extLst>
            </p:cNvPr>
            <p:cNvPicPr>
              <a:picLocks noChangeAspect="1"/>
            </p:cNvPicPr>
            <p:nvPr/>
          </p:nvPicPr>
          <p:blipFill>
            <a:blip r:embed="rId8"/>
            <a:srcRect/>
            <a:stretch>
              <a:fillRect/>
            </a:stretch>
          </p:blipFill>
          <p:spPr>
            <a:xfrm>
              <a:off x="8154461" y="9229261"/>
              <a:ext cx="2229912" cy="801839"/>
            </a:xfrm>
            <a:prstGeom prst="rect">
              <a:avLst/>
            </a:prstGeom>
          </p:spPr>
        </p:pic>
      </p:grpSp>
      <p:sp>
        <p:nvSpPr>
          <p:cNvPr id="26" name="Slide Number Placeholder 16">
            <a:extLst>
              <a:ext uri="{FF2B5EF4-FFF2-40B4-BE49-F238E27FC236}">
                <a16:creationId xmlns:a16="http://schemas.microsoft.com/office/drawing/2014/main" id="{8FFA700E-2D53-4E63-9387-76BF5A732AFD}"/>
              </a:ext>
            </a:extLst>
          </p:cNvPr>
          <p:cNvSpPr>
            <a:spLocks noGrp="1"/>
          </p:cNvSpPr>
          <p:nvPr>
            <p:ph type="sldNum" sz="quarter" idx="12"/>
          </p:nvPr>
        </p:nvSpPr>
        <p:spPr>
          <a:xfrm>
            <a:off x="16009663" y="9824662"/>
            <a:ext cx="2133600" cy="365125"/>
          </a:xfrm>
        </p:spPr>
        <p:txBody>
          <a:bodyPr/>
          <a:lstStyle/>
          <a:p>
            <a:fld id="{B6F15528-21DE-4FAA-801E-634DDDAF4B2B}" type="slidenum">
              <a:rPr lang="en-US" smtClean="0"/>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4A26B9-93F5-7A26-045C-D6EB23EC9437}"/>
            </a:ext>
          </a:extLst>
        </p:cNvPr>
        <p:cNvGrpSpPr/>
        <p:nvPr/>
      </p:nvGrpSpPr>
      <p:grpSpPr>
        <a:xfrm>
          <a:off x="0" y="0"/>
          <a:ext cx="0" cy="0"/>
          <a:chOff x="0" y="0"/>
          <a:chExt cx="0" cy="0"/>
        </a:xfrm>
      </p:grpSpPr>
      <p:sp>
        <p:nvSpPr>
          <p:cNvPr id="23" name="Rectángulo 22">
            <a:extLst>
              <a:ext uri="{FF2B5EF4-FFF2-40B4-BE49-F238E27FC236}">
                <a16:creationId xmlns:a16="http://schemas.microsoft.com/office/drawing/2014/main" id="{86154DA9-31E4-002C-8320-47A11BFEA908}"/>
              </a:ext>
            </a:extLst>
          </p:cNvPr>
          <p:cNvSpPr/>
          <p:nvPr/>
        </p:nvSpPr>
        <p:spPr>
          <a:xfrm>
            <a:off x="0" y="-3921"/>
            <a:ext cx="18288000" cy="1700412"/>
          </a:xfrm>
          <a:prstGeom prst="rect">
            <a:avLst/>
          </a:prstGeom>
          <a:gradFill flip="none" rotWithShape="1">
            <a:gsLst>
              <a:gs pos="0">
                <a:srgbClr val="445240"/>
              </a:gs>
              <a:gs pos="88000">
                <a:srgbClr val="445240">
                  <a:alpha val="17000"/>
                </a:srgbClr>
              </a:gs>
              <a:gs pos="54000">
                <a:srgbClr val="445240">
                  <a:alpha val="64000"/>
                </a:srgbClr>
              </a:gs>
              <a:gs pos="74000">
                <a:srgbClr val="445240">
                  <a:alpha val="49000"/>
                </a:srgbClr>
              </a:gs>
              <a:gs pos="100000">
                <a:srgbClr val="445240">
                  <a:alpha val="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 name="Picture 12" descr="A green number with a white background&#10;&#10;Description automatically generated">
            <a:extLst>
              <a:ext uri="{FF2B5EF4-FFF2-40B4-BE49-F238E27FC236}">
                <a16:creationId xmlns:a16="http://schemas.microsoft.com/office/drawing/2014/main" id="{D1E885F6-3C50-B3DE-A36B-DF2CEB7B4875}"/>
              </a:ext>
            </a:extLst>
          </p:cNvPr>
          <p:cNvPicPr>
            <a:picLocks noChangeAspect="1"/>
          </p:cNvPicPr>
          <p:nvPr/>
        </p:nvPicPr>
        <p:blipFill>
          <a:blip r:embed="rId2" cstate="print">
            <a:biLevel thresh="25000"/>
            <a:extLst>
              <a:ext uri="{BEBA8EAE-BF5A-486C-A8C5-ECC9F3942E4B}">
                <a14:imgProps xmlns:a14="http://schemas.microsoft.com/office/drawing/2010/main">
                  <a14:imgLayer r:embed="rId3">
                    <a14:imgEffect>
                      <a14:backgroundRemoval t="14524" b="87143" l="1586" r="97260">
                        <a14:foregroundMark x1="16078" y1="39286" x2="16078" y2="39286"/>
                        <a14:foregroundMark x1="6849" y1="41905" x2="6849" y2="41905"/>
                        <a14:foregroundMark x1="50180" y1="55238" x2="50180" y2="55238"/>
                        <a14:foregroundMark x1="30209" y1="87143" x2="30209" y2="87143"/>
                        <a14:foregroundMark x1="60923" y1="54762" x2="60923" y2="54762"/>
                        <a14:foregroundMark x1="72675" y1="57857" x2="72675" y2="57857"/>
                        <a14:foregroundMark x1="89257" y1="44048" x2="89257" y2="44048"/>
                        <a14:foregroundMark x1="97404" y1="31667" x2="97404" y2="31667"/>
                        <a14:foregroundMark x1="5479" y1="62381" x2="5479" y2="62381"/>
                        <a14:foregroundMark x1="1586" y1="84762" x2="1586" y2="84762"/>
                      </a14:backgroundRemoval>
                    </a14:imgEffect>
                    <a14:imgEffect>
                      <a14:artisticTexturizer/>
                    </a14:imgEffect>
                    <a14:imgEffect>
                      <a14:saturation sat="33000"/>
                    </a14:imgEffect>
                  </a14:imgLayer>
                </a14:imgProps>
              </a:ext>
              <a:ext uri="{28A0092B-C50C-407E-A947-70E740481C1C}">
                <a14:useLocalDpi xmlns:a14="http://schemas.microsoft.com/office/drawing/2010/main" val="0"/>
              </a:ext>
            </a:extLst>
          </a:blip>
          <a:srcRect l="486" t="6154" r="583" b="7919"/>
          <a:stretch>
            <a:fillRect/>
          </a:stretch>
        </p:blipFill>
        <p:spPr>
          <a:xfrm>
            <a:off x="14206789" y="159703"/>
            <a:ext cx="3738723" cy="983295"/>
          </a:xfrm>
          <a:prstGeom prst="rect">
            <a:avLst/>
          </a:prstGeom>
        </p:spPr>
      </p:pic>
      <p:sp>
        <p:nvSpPr>
          <p:cNvPr id="3" name="CuadroTexto 2">
            <a:extLst>
              <a:ext uri="{FF2B5EF4-FFF2-40B4-BE49-F238E27FC236}">
                <a16:creationId xmlns:a16="http://schemas.microsoft.com/office/drawing/2014/main" id="{839F7319-2FE2-A8DB-D6B1-F38D9E7D4B21}"/>
              </a:ext>
            </a:extLst>
          </p:cNvPr>
          <p:cNvSpPr txBox="1"/>
          <p:nvPr/>
        </p:nvSpPr>
        <p:spPr>
          <a:xfrm>
            <a:off x="420857" y="117133"/>
            <a:ext cx="10628143" cy="1323439"/>
          </a:xfrm>
          <a:prstGeom prst="rect">
            <a:avLst/>
          </a:prstGeom>
          <a:noFill/>
        </p:spPr>
        <p:txBody>
          <a:bodyPr wrap="square" rtlCol="0">
            <a:spAutoFit/>
          </a:bodyPr>
          <a:lstStyle/>
          <a:p>
            <a:pPr algn="ctr"/>
            <a:r>
              <a:rPr lang="fr-FR" sz="8000" dirty="0">
                <a:solidFill>
                  <a:schemeClr val="bg1"/>
                </a:solidFill>
                <a:latin typeface="Amasis MT Pro" panose="02040504050005020304" pitchFamily="18" charset="0"/>
                <a:cs typeface="Times New Roman" panose="02020603050405020304" pitchFamily="18" charset="0"/>
              </a:rPr>
              <a:t>Motivation de l’équipe</a:t>
            </a:r>
          </a:p>
        </p:txBody>
      </p:sp>
      <p:pic>
        <p:nvPicPr>
          <p:cNvPr id="11" name="Picture 10">
            <a:extLst>
              <a:ext uri="{FF2B5EF4-FFF2-40B4-BE49-F238E27FC236}">
                <a16:creationId xmlns:a16="http://schemas.microsoft.com/office/drawing/2014/main" id="{B802ADF4-C2C9-C101-F41A-5A25407AF19A}"/>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38184" b="85645" l="8465" r="84446">
                        <a14:foregroundMark x1="21473" y1="42529" x2="21473" y2="42529"/>
                        <a14:foregroundMark x1="23193" y1="48730" x2="23193" y2="48730"/>
                        <a14:foregroundMark x1="27736" y1="44580" x2="27736" y2="44580"/>
                        <a14:foregroundMark x1="22987" y1="48047" x2="22987" y2="48047"/>
                        <a14:foregroundMark x1="21060" y1="40723" x2="21060" y2="40723"/>
                        <a14:foregroundMark x1="16793" y1="44092" x2="16793" y2="44092"/>
                        <a14:foregroundMark x1="16105" y1="72461" x2="15829" y2="61719"/>
                        <a14:foregroundMark x1="15829" y1="61719" x2="11562" y2="53467"/>
                        <a14:foregroundMark x1="11562" y1="53467" x2="19615" y2="41943"/>
                        <a14:foregroundMark x1="19615" y1="41943" x2="20372" y2="41455"/>
                        <a14:foregroundMark x1="22299" y1="40039" x2="22299" y2="40039"/>
                        <a14:foregroundMark x1="20096" y1="58789" x2="22987" y2="46240"/>
                        <a14:foregroundMark x1="22987" y1="46240" x2="22987" y2="46240"/>
                        <a14:foregroundMark x1="16380" y1="79492" x2="17206" y2="81543"/>
                        <a14:foregroundMark x1="39573" y1="84229" x2="36339" y2="79736"/>
                        <a14:foregroundMark x1="36339" y1="79736" x2="37646" y2="74805"/>
                        <a14:foregroundMark x1="37646" y1="74805" x2="44666" y2="75635"/>
                        <a14:foregroundMark x1="30351" y1="61621" x2="32966" y2="57910"/>
                        <a14:foregroundMark x1="32966" y1="57910" x2="37027" y2="55273"/>
                        <a14:foregroundMark x1="37027" y1="55273" x2="37440" y2="55322"/>
                        <a14:foregroundMark x1="76669" y1="79297" x2="81831" y2="47803"/>
                        <a14:foregroundMark x1="81831" y1="47803" x2="83620" y2="57080"/>
                        <a14:foregroundMark x1="83620" y1="57080" x2="72195" y2="75098"/>
                        <a14:foregroundMark x1="72195" y1="75098" x2="74191" y2="44482"/>
                        <a14:foregroundMark x1="74191" y1="44482" x2="72195" y2="40625"/>
                        <a14:foregroundMark x1="72195" y1="40625" x2="72195" y2="40625"/>
                        <a14:foregroundMark x1="70681" y1="48438" x2="70681" y2="48438"/>
                        <a14:foregroundMark x1="73434" y1="51172" x2="70888" y2="45654"/>
                        <a14:foregroundMark x1="70888" y1="45654" x2="62904" y2="44189"/>
                        <a14:foregroundMark x1="77495" y1="42432" x2="81280" y2="45068"/>
                        <a14:foregroundMark x1="81280" y1="45068" x2="84446" y2="49121"/>
                        <a14:foregroundMark x1="74673" y1="38672" x2="70406" y2="38281"/>
                        <a14:foregroundMark x1="34136" y1="84521" x2="39573" y2="85693"/>
                        <a14:foregroundMark x1="39573" y1="85693" x2="39711" y2="85693"/>
                        <a14:foregroundMark x1="24708" y1="84521" x2="24157" y2="82129"/>
                        <a14:foregroundMark x1="22299" y1="40234" x2="24570" y2="41748"/>
                        <a14:foregroundMark x1="22712" y1="40234" x2="24019" y2="41211"/>
                        <a14:foregroundMark x1="83001" y1="45947" x2="83001" y2="45947"/>
                        <a14:foregroundMark x1="82312" y1="44775" x2="82312" y2="44775"/>
                        <a14:foregroundMark x1="23469" y1="40625" x2="23469" y2="40625"/>
                        <a14:foregroundMark x1="23606" y1="40332" x2="23606" y2="40332"/>
                        <a14:foregroundMark x1="24019" y1="40820" x2="24019" y2="40820"/>
                        <a14:foregroundMark x1="8465" y1="56201" x2="8465" y2="56201"/>
                        <a14:foregroundMark x1="22574" y1="55811" x2="22574" y2="55811"/>
                        <a14:foregroundMark x1="23469" y1="59375" x2="23606" y2="56885"/>
                        <a14:foregroundMark x1="24708" y1="59082" x2="24432" y2="52197"/>
                        <a14:foregroundMark x1="70681" y1="77295" x2="70681" y2="77295"/>
                        <a14:foregroundMark x1="73159" y1="76025" x2="70681" y2="76807"/>
                        <a14:foregroundMark x1="75774" y1="80566" x2="74811" y2="79883"/>
                        <a14:foregroundMark x1="71232" y1="75928" x2="71232" y2="77490"/>
                        <a14:foregroundMark x1="76394" y1="80762" x2="74673" y2="79590"/>
                        <a14:foregroundMark x1="68479" y1="77686" x2="68479" y2="77686"/>
                        <a14:foregroundMark x1="74811" y1="80371" x2="74811" y2="80371"/>
                        <a14:foregroundMark x1="68479" y1="77979" x2="68479" y2="77979"/>
                        <a14:foregroundMark x1="67860" y1="77393" x2="67860" y2="77393"/>
                        <a14:foregroundMark x1="66483" y1="76514" x2="66483" y2="76514"/>
                        <a14:foregroundMark x1="66345" y1="76904" x2="66345" y2="76904"/>
                        <a14:foregroundMark x1="65520" y1="76807" x2="65520" y2="76807"/>
                        <a14:foregroundMark x1="70681" y1="78223" x2="70681" y2="78223"/>
                        <a14:foregroundMark x1="69580" y1="78223" x2="69580" y2="78223"/>
                        <a14:foregroundMark x1="71163" y1="78223" x2="71163" y2="78223"/>
                        <a14:foregroundMark x1="69855" y1="78223" x2="69855" y2="78223"/>
                        <a14:foregroundMark x1="68754" y1="78320" x2="68754" y2="78320"/>
                        <a14:foregroundMark x1="71645" y1="77881" x2="71645" y2="77881"/>
                        <a14:foregroundMark x1="71989" y1="77686" x2="71989" y2="77686"/>
                        <a14:foregroundMark x1="72815" y1="77295" x2="72815" y2="77295"/>
                        <a14:foregroundMark x1="73847" y1="77148" x2="73847" y2="77148"/>
                        <a14:foregroundMark x1="76875" y1="80713" x2="76875" y2="80713"/>
                        <a14:foregroundMark x1="77426" y1="80615" x2="77426" y2="80615"/>
                        <a14:foregroundMark x1="77908" y1="78125" x2="77908" y2="78125"/>
                        <a14:foregroundMark x1="77977" y1="78516" x2="77977" y2="78516"/>
                        <a14:foregroundMark x1="77288" y1="80664" x2="77288" y2="80664"/>
                        <a14:foregroundMark x1="76944" y1="80811" x2="76944" y2="80811"/>
                        <a14:foregroundMark x1="77288" y1="80664" x2="77288" y2="80664"/>
                        <a14:foregroundMark x1="77495" y1="80469" x2="77495" y2="80469"/>
                        <a14:foregroundMark x1="77632" y1="80469" x2="77632" y2="80469"/>
                        <a14:foregroundMark x1="77839" y1="80322" x2="77839" y2="80322"/>
                        <a14:foregroundMark x1="77977" y1="80176" x2="77977" y2="80176"/>
                        <a14:foregroundMark x1="78114" y1="79785" x2="78114" y2="79785"/>
                        <a14:foregroundMark x1="74535" y1="78369" x2="74535" y2="78369"/>
                        <a14:foregroundMark x1="74398" y1="77979" x2="74398" y2="77979"/>
                        <a14:backgroundMark x1="18720" y1="69434" x2="18720" y2="69434"/>
                        <a14:backgroundMark x1="18720" y1="68164" x2="18858" y2="68945"/>
                        <a14:backgroundMark x1="18858" y1="69824" x2="19270" y2="68555"/>
                        <a14:backgroundMark x1="17619" y1="71973" x2="19133" y2="67334"/>
                        <a14:backgroundMark x1="20096" y1="76025" x2="22574" y2="72949"/>
                        <a14:backgroundMark x1="26084" y1="49902" x2="26497" y2="60645"/>
                        <a14:backgroundMark x1="25258" y1="61719" x2="24983" y2="60059"/>
                        <a14:backgroundMark x1="24845" y1="61328" x2="25946" y2="62207"/>
                        <a14:backgroundMark x1="12044" y1="70898" x2="11769" y2="66162"/>
                        <a14:backgroundMark x1="10530" y1="46436" x2="11769" y2="44189"/>
                        <a14:backgroundMark x1="68273" y1="75342" x2="68273" y2="75342"/>
                        <a14:backgroundMark x1="67997" y1="55811" x2="67997" y2="55811"/>
                        <a14:backgroundMark x1="67584" y1="56787" x2="67722" y2="54639"/>
                        <a14:backgroundMark x1="67584" y1="51758" x2="67722" y2="60742"/>
                        <a14:backgroundMark x1="85960" y1="50000" x2="86511" y2="51953"/>
                        <a14:backgroundMark x1="11631" y1="41455" x2="32622" y2="37207"/>
                        <a14:backgroundMark x1="7295" y1="56689" x2="7295" y2="56689"/>
                        <a14:backgroundMark x1="8121" y1="56592" x2="8121" y2="56592"/>
                        <a14:backgroundMark x1="8396" y1="56982" x2="8396" y2="56982"/>
                      </a14:backgroundRemoval>
                    </a14:imgEffect>
                  </a14:imgLayer>
                </a14:imgProps>
              </a:ext>
              <a:ext uri="{28A0092B-C50C-407E-A947-70E740481C1C}">
                <a14:useLocalDpi xmlns:a14="http://schemas.microsoft.com/office/drawing/2010/main" val="0"/>
              </a:ext>
            </a:extLst>
          </a:blip>
          <a:srcRect l="7193" t="36472" r="10587" b="11753"/>
          <a:stretch>
            <a:fillRect/>
          </a:stretch>
        </p:blipFill>
        <p:spPr>
          <a:xfrm>
            <a:off x="1447656" y="2037078"/>
            <a:ext cx="8001144" cy="7101636"/>
          </a:xfrm>
          <a:prstGeom prst="rect">
            <a:avLst/>
          </a:prstGeom>
        </p:spPr>
      </p:pic>
      <p:sp>
        <p:nvSpPr>
          <p:cNvPr id="9" name="CuadroTexto 8">
            <a:extLst>
              <a:ext uri="{FF2B5EF4-FFF2-40B4-BE49-F238E27FC236}">
                <a16:creationId xmlns:a16="http://schemas.microsoft.com/office/drawing/2014/main" id="{E3906D13-870A-CFC0-9EF9-376418056137}"/>
              </a:ext>
            </a:extLst>
          </p:cNvPr>
          <p:cNvSpPr txBox="1"/>
          <p:nvPr/>
        </p:nvSpPr>
        <p:spPr>
          <a:xfrm>
            <a:off x="9590532" y="3401778"/>
            <a:ext cx="7885674" cy="3539430"/>
          </a:xfrm>
          <a:prstGeom prst="rect">
            <a:avLst/>
          </a:prstGeom>
          <a:noFill/>
        </p:spPr>
        <p:txBody>
          <a:bodyPr wrap="square" rtlCol="0">
            <a:spAutoFit/>
          </a:bodyPr>
          <a:lstStyle/>
          <a:p>
            <a:pPr algn="just"/>
            <a:r>
              <a:rPr lang="fr-FR" sz="2800" dirty="0">
                <a:solidFill>
                  <a:srgbClr val="445240"/>
                </a:solidFill>
                <a:latin typeface="Amasis MT Pro" panose="02040504050005020304" pitchFamily="18" charset="0"/>
                <a:cs typeface="Times New Roman" panose="02020603050405020304" pitchFamily="18" charset="0"/>
              </a:rPr>
              <a:t>Resser est une initiative née de notre volonté de réduire l’impact de l’activité humaine sur la nature. Elle développe des solutions circulaires innovantes pour améliorer la traçabilité, la collecte et la valorisation des plastiques, en s’appuyant sur notre expertise en polymères, fabrication additive et systèmes de gestion des déchets, ainsi que sur un fort engagement sociétal et citoyen</a:t>
            </a:r>
          </a:p>
        </p:txBody>
      </p:sp>
      <p:sp>
        <p:nvSpPr>
          <p:cNvPr id="12" name="Slide Number Placeholder 16">
            <a:extLst>
              <a:ext uri="{FF2B5EF4-FFF2-40B4-BE49-F238E27FC236}">
                <a16:creationId xmlns:a16="http://schemas.microsoft.com/office/drawing/2014/main" id="{8D009E23-F9B7-4484-85C2-AD409D2A635B}"/>
              </a:ext>
            </a:extLst>
          </p:cNvPr>
          <p:cNvSpPr txBox="1">
            <a:spLocks/>
          </p:cNvSpPr>
          <p:nvPr/>
        </p:nvSpPr>
        <p:spPr>
          <a:xfrm>
            <a:off x="16009663" y="9824662"/>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16</a:t>
            </a:fld>
            <a:endParaRPr lang="en-US"/>
          </a:p>
        </p:txBody>
      </p:sp>
    </p:spTree>
    <p:extLst>
      <p:ext uri="{BB962C8B-B14F-4D97-AF65-F5344CB8AC3E}">
        <p14:creationId xmlns:p14="http://schemas.microsoft.com/office/powerpoint/2010/main" val="3798184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path" presetSubtype="0" accel="50000" decel="50000" fill="hold" nodeType="withEffect">
                                  <p:stCondLst>
                                    <p:cond delay="0"/>
                                  </p:stCondLst>
                                  <p:childTnLst>
                                    <p:animMotion origin="layout" path="M 3.33333E-6 1.23457E-7 L -0.07084 0.00309 " pathEditMode="relative" rAng="0" ptsTypes="AA">
                                      <p:cBhvr>
                                        <p:cTn id="6" dur="1000" fill="hold"/>
                                        <p:tgtEl>
                                          <p:spTgt spid="11"/>
                                        </p:tgtEl>
                                        <p:attrNameLst>
                                          <p:attrName>ppt_x</p:attrName>
                                          <p:attrName>ppt_y</p:attrName>
                                        </p:attrNameLst>
                                      </p:cBhvr>
                                      <p:rCtr x="-3542" y="154"/>
                                    </p:animMotion>
                                  </p:childTnLst>
                                </p:cTn>
                              </p:par>
                              <p:par>
                                <p:cTn id="7" presetID="1" presetClass="entr" presetSubtype="0" fill="hold" grpId="0" nodeType="withEffect">
                                  <p:stCondLst>
                                    <p:cond delay="1500"/>
                                  </p:stCondLst>
                                  <p:childTnLst>
                                    <p:set>
                                      <p:cBhvr>
                                        <p:cTn id="8" dur="1" fill="hold">
                                          <p:stCondLst>
                                            <p:cond delay="9"/>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EA67FF-6C53-A566-9C74-5A385E95157E}"/>
            </a:ext>
          </a:extLst>
        </p:cNvPr>
        <p:cNvGrpSpPr/>
        <p:nvPr/>
      </p:nvGrpSpPr>
      <p:grpSpPr>
        <a:xfrm>
          <a:off x="0" y="0"/>
          <a:ext cx="0" cy="0"/>
          <a:chOff x="0" y="0"/>
          <a:chExt cx="0" cy="0"/>
        </a:xfrm>
      </p:grpSpPr>
      <p:sp>
        <p:nvSpPr>
          <p:cNvPr id="23" name="Rectángulo 22">
            <a:extLst>
              <a:ext uri="{FF2B5EF4-FFF2-40B4-BE49-F238E27FC236}">
                <a16:creationId xmlns:a16="http://schemas.microsoft.com/office/drawing/2014/main" id="{8CA67D2D-99A1-2E00-8C92-B43FF7490EDD}"/>
              </a:ext>
            </a:extLst>
          </p:cNvPr>
          <p:cNvSpPr/>
          <p:nvPr/>
        </p:nvSpPr>
        <p:spPr>
          <a:xfrm>
            <a:off x="0" y="-3921"/>
            <a:ext cx="18288000" cy="1700412"/>
          </a:xfrm>
          <a:prstGeom prst="rect">
            <a:avLst/>
          </a:prstGeom>
          <a:gradFill flip="none" rotWithShape="1">
            <a:gsLst>
              <a:gs pos="0">
                <a:srgbClr val="445240"/>
              </a:gs>
              <a:gs pos="88000">
                <a:srgbClr val="445240">
                  <a:alpha val="17000"/>
                </a:srgbClr>
              </a:gs>
              <a:gs pos="54000">
                <a:srgbClr val="445240">
                  <a:alpha val="64000"/>
                </a:srgbClr>
              </a:gs>
              <a:gs pos="74000">
                <a:srgbClr val="445240">
                  <a:alpha val="49000"/>
                </a:srgbClr>
              </a:gs>
              <a:gs pos="100000">
                <a:srgbClr val="445240">
                  <a:alpha val="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latin typeface="Amasis MT Pro" panose="02040504050005020304" pitchFamily="18" charset="0"/>
            </a:endParaRPr>
          </a:p>
        </p:txBody>
      </p:sp>
      <p:pic>
        <p:nvPicPr>
          <p:cNvPr id="2" name="Picture 12" descr="A green number with a white background&#10;&#10;Description automatically generated">
            <a:extLst>
              <a:ext uri="{FF2B5EF4-FFF2-40B4-BE49-F238E27FC236}">
                <a16:creationId xmlns:a16="http://schemas.microsoft.com/office/drawing/2014/main" id="{2E120CBF-FB4B-D200-BF82-AEBF23A9A32E}"/>
              </a:ext>
            </a:extLst>
          </p:cNvPr>
          <p:cNvPicPr>
            <a:picLocks noChangeAspect="1"/>
          </p:cNvPicPr>
          <p:nvPr/>
        </p:nvPicPr>
        <p:blipFill>
          <a:blip r:embed="rId3" cstate="print">
            <a:biLevel thresh="25000"/>
            <a:extLst>
              <a:ext uri="{BEBA8EAE-BF5A-486C-A8C5-ECC9F3942E4B}">
                <a14:imgProps xmlns:a14="http://schemas.microsoft.com/office/drawing/2010/main">
                  <a14:imgLayer r:embed="rId4">
                    <a14:imgEffect>
                      <a14:backgroundRemoval t="14524" b="87143" l="1586" r="97260">
                        <a14:foregroundMark x1="16078" y1="39286" x2="16078" y2="39286"/>
                        <a14:foregroundMark x1="6849" y1="41905" x2="6849" y2="41905"/>
                        <a14:foregroundMark x1="50180" y1="55238" x2="50180" y2="55238"/>
                        <a14:foregroundMark x1="30209" y1="87143" x2="30209" y2="87143"/>
                        <a14:foregroundMark x1="60923" y1="54762" x2="60923" y2="54762"/>
                        <a14:foregroundMark x1="72675" y1="57857" x2="72675" y2="57857"/>
                        <a14:foregroundMark x1="89257" y1="44048" x2="89257" y2="44048"/>
                        <a14:foregroundMark x1="97404" y1="31667" x2="97404" y2="31667"/>
                        <a14:foregroundMark x1="5479" y1="62381" x2="5479" y2="62381"/>
                        <a14:foregroundMark x1="1586" y1="84762" x2="1586" y2="84762"/>
                      </a14:backgroundRemoval>
                    </a14:imgEffect>
                    <a14:imgEffect>
                      <a14:artisticTexturizer/>
                    </a14:imgEffect>
                    <a14:imgEffect>
                      <a14:saturation sat="33000"/>
                    </a14:imgEffect>
                  </a14:imgLayer>
                </a14:imgProps>
              </a:ext>
              <a:ext uri="{28A0092B-C50C-407E-A947-70E740481C1C}">
                <a14:useLocalDpi xmlns:a14="http://schemas.microsoft.com/office/drawing/2010/main" val="0"/>
              </a:ext>
            </a:extLst>
          </a:blip>
          <a:srcRect l="486" t="6154" r="583" b="7919"/>
          <a:stretch>
            <a:fillRect/>
          </a:stretch>
        </p:blipFill>
        <p:spPr>
          <a:xfrm>
            <a:off x="14206789" y="159703"/>
            <a:ext cx="3738723" cy="983295"/>
          </a:xfrm>
          <a:prstGeom prst="rect">
            <a:avLst/>
          </a:prstGeom>
        </p:spPr>
      </p:pic>
      <p:sp>
        <p:nvSpPr>
          <p:cNvPr id="3" name="CuadroTexto 2">
            <a:extLst>
              <a:ext uri="{FF2B5EF4-FFF2-40B4-BE49-F238E27FC236}">
                <a16:creationId xmlns:a16="http://schemas.microsoft.com/office/drawing/2014/main" id="{C8AFB26D-A480-7182-321C-0A4B7607891E}"/>
              </a:ext>
            </a:extLst>
          </p:cNvPr>
          <p:cNvSpPr txBox="1"/>
          <p:nvPr/>
        </p:nvSpPr>
        <p:spPr>
          <a:xfrm>
            <a:off x="420857" y="117133"/>
            <a:ext cx="10628143" cy="1323439"/>
          </a:xfrm>
          <a:prstGeom prst="rect">
            <a:avLst/>
          </a:prstGeom>
          <a:noFill/>
        </p:spPr>
        <p:txBody>
          <a:bodyPr wrap="square" rtlCol="0">
            <a:spAutoFit/>
          </a:bodyPr>
          <a:lstStyle/>
          <a:p>
            <a:pPr algn="ctr"/>
            <a:r>
              <a:rPr lang="fr-FR" sz="8000" dirty="0">
                <a:solidFill>
                  <a:schemeClr val="bg1"/>
                </a:solidFill>
                <a:latin typeface="Amasis MT Pro" panose="02040504050005020304" pitchFamily="18" charset="0"/>
                <a:cs typeface="Times New Roman" panose="02020603050405020304" pitchFamily="18" charset="0"/>
              </a:rPr>
              <a:t>Marché visés</a:t>
            </a:r>
          </a:p>
        </p:txBody>
      </p:sp>
      <p:graphicFrame>
        <p:nvGraphicFramePr>
          <p:cNvPr id="8" name="Table 7">
            <a:extLst>
              <a:ext uri="{FF2B5EF4-FFF2-40B4-BE49-F238E27FC236}">
                <a16:creationId xmlns:a16="http://schemas.microsoft.com/office/drawing/2014/main" id="{2E5F7C34-27C0-1707-8F1A-386A562F39AF}"/>
              </a:ext>
            </a:extLst>
          </p:cNvPr>
          <p:cNvGraphicFramePr>
            <a:graphicFrameLocks noGrp="1"/>
          </p:cNvGraphicFramePr>
          <p:nvPr>
            <p:extLst>
              <p:ext uri="{D42A27DB-BD31-4B8C-83A1-F6EECF244321}">
                <p14:modId xmlns:p14="http://schemas.microsoft.com/office/powerpoint/2010/main" val="3998576997"/>
              </p:ext>
            </p:extLst>
          </p:nvPr>
        </p:nvGraphicFramePr>
        <p:xfrm>
          <a:off x="2728422" y="2121855"/>
          <a:ext cx="12831155" cy="7512003"/>
        </p:xfrm>
        <a:graphic>
          <a:graphicData uri="http://schemas.openxmlformats.org/drawingml/2006/table">
            <a:tbl>
              <a:tblPr firstRow="1" firstCol="1" bandRow="1">
                <a:tableStyleId>{1FECB4D8-DB02-4DC6-A0A2-4F2EBAE1DC90}</a:tableStyleId>
              </a:tblPr>
              <a:tblGrid>
                <a:gridCol w="3400133">
                  <a:extLst>
                    <a:ext uri="{9D8B030D-6E8A-4147-A177-3AD203B41FA5}">
                      <a16:colId xmlns:a16="http://schemas.microsoft.com/office/drawing/2014/main" val="1860084925"/>
                    </a:ext>
                  </a:extLst>
                </a:gridCol>
                <a:gridCol w="3027854">
                  <a:extLst>
                    <a:ext uri="{9D8B030D-6E8A-4147-A177-3AD203B41FA5}">
                      <a16:colId xmlns:a16="http://schemas.microsoft.com/office/drawing/2014/main" val="4079600048"/>
                    </a:ext>
                  </a:extLst>
                </a:gridCol>
                <a:gridCol w="3400133">
                  <a:extLst>
                    <a:ext uri="{9D8B030D-6E8A-4147-A177-3AD203B41FA5}">
                      <a16:colId xmlns:a16="http://schemas.microsoft.com/office/drawing/2014/main" val="853996942"/>
                    </a:ext>
                  </a:extLst>
                </a:gridCol>
                <a:gridCol w="3003035">
                  <a:extLst>
                    <a:ext uri="{9D8B030D-6E8A-4147-A177-3AD203B41FA5}">
                      <a16:colId xmlns:a16="http://schemas.microsoft.com/office/drawing/2014/main" val="1526264018"/>
                    </a:ext>
                  </a:extLst>
                </a:gridCol>
              </a:tblGrid>
              <a:tr h="297562">
                <a:tc>
                  <a:txBody>
                    <a:bodyPr/>
                    <a:lstStyle/>
                    <a:p>
                      <a:pPr algn="ctr">
                        <a:lnSpc>
                          <a:spcPct val="115000"/>
                        </a:lnSpc>
                        <a:spcAft>
                          <a:spcPts val="1000"/>
                        </a:spcAft>
                        <a:buNone/>
                      </a:pPr>
                      <a:r>
                        <a:rPr lang="fr-FR" sz="1800" dirty="0">
                          <a:effectLst/>
                          <a:latin typeface="Amasis MT Pro" panose="02040504050005020304" pitchFamily="18" charset="0"/>
                          <a:cs typeface="Times New Roman" panose="02020603050405020304" pitchFamily="18" charset="0"/>
                        </a:rPr>
                        <a:t>Service</a:t>
                      </a:r>
                      <a:endParaRPr lang="fr-FR" sz="1800" dirty="0">
                        <a:effectLst/>
                        <a:latin typeface="Amasis MT Pro" panose="02040504050005020304" pitchFamily="18" charset="0"/>
                        <a:ea typeface="Calibri" panose="020F0502020204030204" pitchFamily="34" charset="0"/>
                        <a:cs typeface="Times New Roman" panose="02020603050405020304" pitchFamily="18" charset="0"/>
                      </a:endParaRPr>
                    </a:p>
                  </a:txBody>
                  <a:tcPr marL="62613" marR="62613" marT="0" marB="0"/>
                </a:tc>
                <a:tc>
                  <a:txBody>
                    <a:bodyPr/>
                    <a:lstStyle/>
                    <a:p>
                      <a:pPr algn="ctr">
                        <a:lnSpc>
                          <a:spcPct val="115000"/>
                        </a:lnSpc>
                        <a:spcAft>
                          <a:spcPts val="1000"/>
                        </a:spcAft>
                        <a:buNone/>
                      </a:pPr>
                      <a:r>
                        <a:rPr lang="fr-FR" sz="1800">
                          <a:effectLst/>
                          <a:latin typeface="Amasis MT Pro" panose="02040504050005020304" pitchFamily="18" charset="0"/>
                          <a:cs typeface="Times New Roman" panose="02020603050405020304" pitchFamily="18" charset="0"/>
                        </a:rPr>
                        <a:t>Description</a:t>
                      </a:r>
                      <a:endParaRPr lang="fr-FR" sz="1800">
                        <a:effectLst/>
                        <a:latin typeface="Amasis MT Pro" panose="02040504050005020304" pitchFamily="18" charset="0"/>
                        <a:ea typeface="Calibri" panose="020F0502020204030204" pitchFamily="34" charset="0"/>
                        <a:cs typeface="Times New Roman" panose="02020603050405020304" pitchFamily="18" charset="0"/>
                      </a:endParaRPr>
                    </a:p>
                  </a:txBody>
                  <a:tcPr marL="62613" marR="62613" marT="0" marB="0"/>
                </a:tc>
                <a:tc>
                  <a:txBody>
                    <a:bodyPr/>
                    <a:lstStyle/>
                    <a:p>
                      <a:pPr algn="ctr">
                        <a:lnSpc>
                          <a:spcPct val="115000"/>
                        </a:lnSpc>
                        <a:spcAft>
                          <a:spcPts val="1000"/>
                        </a:spcAft>
                        <a:buNone/>
                      </a:pPr>
                      <a:r>
                        <a:rPr lang="fr-FR" sz="1800">
                          <a:effectLst/>
                          <a:latin typeface="Amasis MT Pro" panose="02040504050005020304" pitchFamily="18" charset="0"/>
                          <a:cs typeface="Times New Roman" panose="02020603050405020304" pitchFamily="18" charset="0"/>
                        </a:rPr>
                        <a:t>Modèle de revenus</a:t>
                      </a:r>
                      <a:endParaRPr lang="fr-FR" sz="1800">
                        <a:effectLst/>
                        <a:latin typeface="Amasis MT Pro" panose="02040504050005020304" pitchFamily="18" charset="0"/>
                        <a:ea typeface="Calibri" panose="020F0502020204030204" pitchFamily="34" charset="0"/>
                        <a:cs typeface="Times New Roman" panose="02020603050405020304" pitchFamily="18" charset="0"/>
                      </a:endParaRPr>
                    </a:p>
                  </a:txBody>
                  <a:tcPr marL="62613" marR="62613" marT="0" marB="0"/>
                </a:tc>
                <a:tc>
                  <a:txBody>
                    <a:bodyPr/>
                    <a:lstStyle/>
                    <a:p>
                      <a:pPr algn="ctr">
                        <a:lnSpc>
                          <a:spcPct val="115000"/>
                        </a:lnSpc>
                        <a:spcAft>
                          <a:spcPts val="1000"/>
                        </a:spcAft>
                        <a:buNone/>
                      </a:pPr>
                      <a:r>
                        <a:rPr lang="fr-FR" sz="1800" dirty="0">
                          <a:effectLst/>
                          <a:latin typeface="Amasis MT Pro" panose="02040504050005020304" pitchFamily="18" charset="0"/>
                          <a:cs typeface="Times New Roman" panose="02020603050405020304" pitchFamily="18" charset="0"/>
                        </a:rPr>
                        <a:t>Clients cibles</a:t>
                      </a:r>
                      <a:endParaRPr lang="fr-FR" sz="1800" dirty="0">
                        <a:effectLst/>
                        <a:latin typeface="Amasis MT Pro" panose="02040504050005020304" pitchFamily="18" charset="0"/>
                        <a:ea typeface="Calibri" panose="020F0502020204030204" pitchFamily="34" charset="0"/>
                        <a:cs typeface="Times New Roman" panose="02020603050405020304" pitchFamily="18" charset="0"/>
                      </a:endParaRPr>
                    </a:p>
                  </a:txBody>
                  <a:tcPr marL="62613" marR="62613" marT="0" marB="0"/>
                </a:tc>
                <a:extLst>
                  <a:ext uri="{0D108BD9-81ED-4DB2-BD59-A6C34878D82A}">
                    <a16:rowId xmlns:a16="http://schemas.microsoft.com/office/drawing/2014/main" val="1794751315"/>
                  </a:ext>
                </a:extLst>
              </a:tr>
              <a:tr h="944516">
                <a:tc rowSpan="3">
                  <a:txBody>
                    <a:bodyPr/>
                    <a:lstStyle/>
                    <a:p>
                      <a:pPr algn="ctr">
                        <a:lnSpc>
                          <a:spcPct val="115000"/>
                        </a:lnSpc>
                        <a:spcAft>
                          <a:spcPts val="1000"/>
                        </a:spcAft>
                        <a:buNone/>
                      </a:pPr>
                      <a:endParaRPr lang="fr-FR" sz="1600" dirty="0">
                        <a:effectLst/>
                        <a:latin typeface="Amasis MT Pro" panose="02040504050005020304" pitchFamily="18" charset="0"/>
                        <a:ea typeface="Calibri" panose="020F0502020204030204" pitchFamily="34" charset="0"/>
                        <a:cs typeface="Times New Roman" panose="02020603050405020304" pitchFamily="18" charset="0"/>
                      </a:endParaRPr>
                    </a:p>
                  </a:txBody>
                  <a:tcPr marL="62613" marR="62613" marT="0" marB="0" anchor="ctr"/>
                </a:tc>
                <a:tc rowSpan="3">
                  <a:txBody>
                    <a:bodyPr/>
                    <a:lstStyle/>
                    <a:p>
                      <a:pPr algn="ctr">
                        <a:lnSpc>
                          <a:spcPct val="115000"/>
                        </a:lnSpc>
                        <a:spcAft>
                          <a:spcPts val="1000"/>
                        </a:spcAft>
                        <a:buNone/>
                      </a:pPr>
                      <a:r>
                        <a:rPr lang="fr-FR" sz="1800" dirty="0">
                          <a:solidFill>
                            <a:schemeClr val="accent3">
                              <a:lumMod val="50000"/>
                            </a:schemeClr>
                          </a:solidFill>
                          <a:effectLst/>
                          <a:latin typeface="Amasis MT Pro" panose="02040504050005020304" pitchFamily="18" charset="0"/>
                          <a:cs typeface="Times New Roman" panose="02020603050405020304" pitchFamily="18" charset="0"/>
                        </a:rPr>
                        <a:t>Application mobile permettant l’identification des emballages, le suivi de la consommation et l’accompagnement au tri.</a:t>
                      </a:r>
                      <a:endParaRPr lang="fr-FR" sz="1800" dirty="0">
                        <a:solidFill>
                          <a:schemeClr val="accent3">
                            <a:lumMod val="50000"/>
                          </a:schemeClr>
                        </a:solidFill>
                        <a:effectLst/>
                        <a:latin typeface="Amasis MT Pro" panose="02040504050005020304" pitchFamily="18" charset="0"/>
                        <a:ea typeface="Calibri" panose="020F0502020204030204" pitchFamily="34" charset="0"/>
                        <a:cs typeface="Times New Roman" panose="02020603050405020304" pitchFamily="18" charset="0"/>
                      </a:endParaRPr>
                    </a:p>
                  </a:txBody>
                  <a:tcPr marL="62613" marR="62613" marT="0" marB="0" anchor="ctr"/>
                </a:tc>
                <a:tc>
                  <a:txBody>
                    <a:bodyPr/>
                    <a:lstStyle/>
                    <a:p>
                      <a:pPr algn="ctr">
                        <a:lnSpc>
                          <a:spcPct val="115000"/>
                        </a:lnSpc>
                        <a:spcAft>
                          <a:spcPts val="1000"/>
                        </a:spcAft>
                        <a:buNone/>
                      </a:pPr>
                      <a:r>
                        <a:rPr lang="fr-FR" sz="1800" dirty="0">
                          <a:solidFill>
                            <a:schemeClr val="accent3">
                              <a:lumMod val="50000"/>
                            </a:schemeClr>
                          </a:solidFill>
                          <a:effectLst/>
                          <a:latin typeface="Amasis MT Pro" panose="02040504050005020304" pitchFamily="18" charset="0"/>
                          <a:cs typeface="Times New Roman" panose="02020603050405020304" pitchFamily="18" charset="0"/>
                        </a:rPr>
                        <a:t>Freemium/donations / abonnement pour des fonctionnalités avancées</a:t>
                      </a:r>
                      <a:endParaRPr lang="fr-FR" sz="1800" dirty="0">
                        <a:solidFill>
                          <a:schemeClr val="accent3">
                            <a:lumMod val="50000"/>
                          </a:schemeClr>
                        </a:solidFill>
                        <a:effectLst/>
                        <a:latin typeface="Amasis MT Pro" panose="02040504050005020304" pitchFamily="18" charset="0"/>
                        <a:ea typeface="Calibri" panose="020F0502020204030204" pitchFamily="34" charset="0"/>
                        <a:cs typeface="Times New Roman" panose="02020603050405020304" pitchFamily="18" charset="0"/>
                      </a:endParaRPr>
                    </a:p>
                  </a:txBody>
                  <a:tcPr marL="62613" marR="62613" marT="0" marB="0" anchor="ctr"/>
                </a:tc>
                <a:tc>
                  <a:txBody>
                    <a:bodyPr/>
                    <a:lstStyle/>
                    <a:p>
                      <a:pPr algn="ctr">
                        <a:lnSpc>
                          <a:spcPct val="115000"/>
                        </a:lnSpc>
                        <a:spcAft>
                          <a:spcPts val="1000"/>
                        </a:spcAft>
                        <a:buNone/>
                      </a:pPr>
                      <a:r>
                        <a:rPr lang="fr-FR" sz="1800" dirty="0">
                          <a:solidFill>
                            <a:schemeClr val="accent3">
                              <a:lumMod val="50000"/>
                            </a:schemeClr>
                          </a:solidFill>
                          <a:effectLst/>
                          <a:latin typeface="Amasis MT Pro" panose="02040504050005020304" pitchFamily="18" charset="0"/>
                          <a:cs typeface="Times New Roman" panose="02020603050405020304" pitchFamily="18" charset="0"/>
                        </a:rPr>
                        <a:t>Consommateurs</a:t>
                      </a:r>
                      <a:endParaRPr lang="fr-FR" sz="1800" dirty="0">
                        <a:solidFill>
                          <a:schemeClr val="accent3">
                            <a:lumMod val="50000"/>
                          </a:schemeClr>
                        </a:solidFill>
                        <a:effectLst/>
                        <a:latin typeface="Amasis MT Pro" panose="02040504050005020304" pitchFamily="18" charset="0"/>
                        <a:ea typeface="Calibri" panose="020F0502020204030204" pitchFamily="34" charset="0"/>
                        <a:cs typeface="Times New Roman" panose="02020603050405020304" pitchFamily="18" charset="0"/>
                      </a:endParaRPr>
                    </a:p>
                  </a:txBody>
                  <a:tcPr marL="62613" marR="62613" marT="0" marB="0" anchor="ctr"/>
                </a:tc>
                <a:extLst>
                  <a:ext uri="{0D108BD9-81ED-4DB2-BD59-A6C34878D82A}">
                    <a16:rowId xmlns:a16="http://schemas.microsoft.com/office/drawing/2014/main" val="3049143189"/>
                  </a:ext>
                </a:extLst>
              </a:tr>
              <a:tr h="545063">
                <a:tc vMerge="1">
                  <a:txBody>
                    <a:bodyPr/>
                    <a:lstStyle/>
                    <a:p>
                      <a:endParaRPr lang="en-US"/>
                    </a:p>
                  </a:txBody>
                  <a:tcPr/>
                </a:tc>
                <a:tc vMerge="1">
                  <a:txBody>
                    <a:bodyPr/>
                    <a:lstStyle/>
                    <a:p>
                      <a:endParaRPr lang="en-US"/>
                    </a:p>
                  </a:txBody>
                  <a:tcPr/>
                </a:tc>
                <a:tc rowSpan="2">
                  <a:txBody>
                    <a:bodyPr/>
                    <a:lstStyle/>
                    <a:p>
                      <a:pPr algn="ctr">
                        <a:lnSpc>
                          <a:spcPct val="115000"/>
                        </a:lnSpc>
                        <a:spcAft>
                          <a:spcPts val="1000"/>
                        </a:spcAft>
                        <a:buNone/>
                      </a:pPr>
                      <a:r>
                        <a:rPr lang="fr-FR" sz="1800" dirty="0">
                          <a:solidFill>
                            <a:schemeClr val="accent3">
                              <a:lumMod val="50000"/>
                            </a:schemeClr>
                          </a:solidFill>
                          <a:effectLst/>
                          <a:latin typeface="Amasis MT Pro" panose="02040504050005020304" pitchFamily="18" charset="0"/>
                          <a:cs typeface="Times New Roman" panose="02020603050405020304" pitchFamily="18" charset="0"/>
                        </a:rPr>
                        <a:t>Vente d’un accès à des données agrégées et anonymisées. Formulation des rapports d’activités (Quantité des emballages consommés, type d’emballage consommes, estimation de la matière envoyée au recyclage et recyclable)</a:t>
                      </a:r>
                      <a:endParaRPr lang="fr-FR" sz="1800" dirty="0">
                        <a:solidFill>
                          <a:schemeClr val="accent3">
                            <a:lumMod val="50000"/>
                          </a:schemeClr>
                        </a:solidFill>
                        <a:effectLst/>
                        <a:latin typeface="Amasis MT Pro" panose="02040504050005020304" pitchFamily="18" charset="0"/>
                        <a:ea typeface="Calibri" panose="020F0502020204030204" pitchFamily="34" charset="0"/>
                        <a:cs typeface="Times New Roman" panose="02020603050405020304" pitchFamily="18" charset="0"/>
                      </a:endParaRPr>
                    </a:p>
                  </a:txBody>
                  <a:tcPr marL="62613" marR="62613" marT="0" marB="0" anchor="ctr"/>
                </a:tc>
                <a:tc>
                  <a:txBody>
                    <a:bodyPr/>
                    <a:lstStyle/>
                    <a:p>
                      <a:pPr algn="ctr">
                        <a:lnSpc>
                          <a:spcPct val="115000"/>
                        </a:lnSpc>
                        <a:spcAft>
                          <a:spcPts val="1000"/>
                        </a:spcAft>
                        <a:buNone/>
                      </a:pPr>
                      <a:r>
                        <a:rPr lang="fr-FR" sz="1800" dirty="0">
                          <a:solidFill>
                            <a:schemeClr val="accent3">
                              <a:lumMod val="50000"/>
                            </a:schemeClr>
                          </a:solidFill>
                          <a:effectLst/>
                          <a:latin typeface="Amasis MT Pro" panose="02040504050005020304" pitchFamily="18" charset="0"/>
                          <a:cs typeface="Times New Roman" panose="02020603050405020304" pitchFamily="18" charset="0"/>
                        </a:rPr>
                        <a:t>Collectivités</a:t>
                      </a:r>
                      <a:endParaRPr lang="fr-FR" sz="1800" dirty="0">
                        <a:solidFill>
                          <a:schemeClr val="accent3">
                            <a:lumMod val="50000"/>
                          </a:schemeClr>
                        </a:solidFill>
                        <a:effectLst/>
                        <a:latin typeface="Amasis MT Pro" panose="02040504050005020304" pitchFamily="18" charset="0"/>
                        <a:ea typeface="Calibri" panose="020F0502020204030204" pitchFamily="34" charset="0"/>
                        <a:cs typeface="Times New Roman" panose="02020603050405020304" pitchFamily="18" charset="0"/>
                      </a:endParaRPr>
                    </a:p>
                  </a:txBody>
                  <a:tcPr marL="62613" marR="62613" marT="0" marB="0" anchor="ctr"/>
                </a:tc>
                <a:extLst>
                  <a:ext uri="{0D108BD9-81ED-4DB2-BD59-A6C34878D82A}">
                    <a16:rowId xmlns:a16="http://schemas.microsoft.com/office/drawing/2014/main" val="2302176170"/>
                  </a:ext>
                </a:extLst>
              </a:tr>
              <a:tr h="2311027">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a:lnSpc>
                          <a:spcPct val="115000"/>
                        </a:lnSpc>
                        <a:spcAft>
                          <a:spcPts val="1000"/>
                        </a:spcAft>
                        <a:buNone/>
                      </a:pPr>
                      <a:r>
                        <a:rPr lang="fr-FR" sz="1800" dirty="0">
                          <a:solidFill>
                            <a:schemeClr val="accent3">
                              <a:lumMod val="50000"/>
                            </a:schemeClr>
                          </a:solidFill>
                          <a:effectLst/>
                          <a:latin typeface="Amasis MT Pro" panose="02040504050005020304" pitchFamily="18" charset="0"/>
                          <a:cs typeface="Times New Roman" panose="02020603050405020304" pitchFamily="18" charset="0"/>
                        </a:rPr>
                        <a:t>Acteurs publics (</a:t>
                      </a:r>
                      <a:r>
                        <a:rPr lang="fr-FR" sz="1800" dirty="0" err="1">
                          <a:solidFill>
                            <a:schemeClr val="accent3">
                              <a:lumMod val="50000"/>
                            </a:schemeClr>
                          </a:solidFill>
                          <a:effectLst/>
                          <a:latin typeface="Amasis MT Pro" panose="02040504050005020304" pitchFamily="18" charset="0"/>
                          <a:cs typeface="Times New Roman" panose="02020603050405020304" pitchFamily="18" charset="0"/>
                        </a:rPr>
                        <a:t>Ademe</a:t>
                      </a:r>
                      <a:r>
                        <a:rPr lang="fr-FR" sz="1800" dirty="0">
                          <a:solidFill>
                            <a:schemeClr val="accent3">
                              <a:lumMod val="50000"/>
                            </a:schemeClr>
                          </a:solidFill>
                          <a:effectLst/>
                          <a:latin typeface="Amasis MT Pro" panose="02040504050005020304" pitchFamily="18" charset="0"/>
                          <a:cs typeface="Times New Roman" panose="02020603050405020304" pitchFamily="18" charset="0"/>
                        </a:rPr>
                        <a:t>)</a:t>
                      </a:r>
                      <a:endParaRPr lang="fr-FR" sz="1800" dirty="0">
                        <a:solidFill>
                          <a:schemeClr val="accent3">
                            <a:lumMod val="50000"/>
                          </a:schemeClr>
                        </a:solidFill>
                        <a:effectLst/>
                        <a:latin typeface="Amasis MT Pro" panose="02040504050005020304" pitchFamily="18" charset="0"/>
                        <a:ea typeface="Calibri" panose="020F0502020204030204" pitchFamily="34" charset="0"/>
                        <a:cs typeface="Times New Roman" panose="02020603050405020304" pitchFamily="18" charset="0"/>
                      </a:endParaRPr>
                    </a:p>
                  </a:txBody>
                  <a:tcPr marL="62613" marR="62613" marT="0" marB="0" anchor="ctr"/>
                </a:tc>
                <a:extLst>
                  <a:ext uri="{0D108BD9-81ED-4DB2-BD59-A6C34878D82A}">
                    <a16:rowId xmlns:a16="http://schemas.microsoft.com/office/drawing/2014/main" val="320574003"/>
                  </a:ext>
                </a:extLst>
              </a:tr>
              <a:tr h="712556">
                <a:tc rowSpan="3">
                  <a:txBody>
                    <a:bodyPr/>
                    <a:lstStyle/>
                    <a:p>
                      <a:pPr algn="ctr">
                        <a:lnSpc>
                          <a:spcPct val="115000"/>
                        </a:lnSpc>
                        <a:spcAft>
                          <a:spcPts val="1000"/>
                        </a:spcAft>
                        <a:buNone/>
                      </a:pPr>
                      <a:endParaRPr lang="fr-FR" sz="1600">
                        <a:effectLst/>
                        <a:latin typeface="Amasis MT Pro" panose="02040504050005020304" pitchFamily="18" charset="0"/>
                        <a:ea typeface="Calibri" panose="020F0502020204030204" pitchFamily="34" charset="0"/>
                        <a:cs typeface="Times New Roman" panose="02020603050405020304" pitchFamily="18" charset="0"/>
                      </a:endParaRPr>
                    </a:p>
                  </a:txBody>
                  <a:tcPr marL="62613" marR="62613" marT="0" marB="0" anchor="ctr"/>
                </a:tc>
                <a:tc rowSpan="3">
                  <a:txBody>
                    <a:bodyPr/>
                    <a:lstStyle/>
                    <a:p>
                      <a:pPr algn="ctr">
                        <a:lnSpc>
                          <a:spcPct val="115000"/>
                        </a:lnSpc>
                        <a:spcAft>
                          <a:spcPts val="1000"/>
                        </a:spcAft>
                        <a:buNone/>
                      </a:pPr>
                      <a:r>
                        <a:rPr lang="fr-FR" sz="1800">
                          <a:solidFill>
                            <a:schemeClr val="accent3">
                              <a:lumMod val="50000"/>
                            </a:schemeClr>
                          </a:solidFill>
                          <a:effectLst/>
                          <a:latin typeface="Amasis MT Pro" panose="02040504050005020304" pitchFamily="18" charset="0"/>
                          <a:cs typeface="Times New Roman" panose="02020603050405020304" pitchFamily="18" charset="0"/>
                        </a:rPr>
                        <a:t>Collecteurs intelligents générant des flux de matériaux triés et de haute qualité (“propres”), facilitant leur revalorisation.</a:t>
                      </a:r>
                      <a:endParaRPr lang="fr-FR" sz="1800">
                        <a:solidFill>
                          <a:schemeClr val="accent3">
                            <a:lumMod val="50000"/>
                          </a:schemeClr>
                        </a:solidFill>
                        <a:effectLst/>
                        <a:latin typeface="Amasis MT Pro" panose="02040504050005020304" pitchFamily="18" charset="0"/>
                        <a:ea typeface="Calibri" panose="020F0502020204030204" pitchFamily="34" charset="0"/>
                        <a:cs typeface="Times New Roman" panose="02020603050405020304" pitchFamily="18" charset="0"/>
                      </a:endParaRPr>
                    </a:p>
                  </a:txBody>
                  <a:tcPr marL="62613" marR="62613" marT="0" marB="0" anchor="ctr"/>
                </a:tc>
                <a:tc rowSpan="3">
                  <a:txBody>
                    <a:bodyPr/>
                    <a:lstStyle/>
                    <a:p>
                      <a:pPr algn="ctr">
                        <a:lnSpc>
                          <a:spcPct val="115000"/>
                        </a:lnSpc>
                        <a:spcAft>
                          <a:spcPts val="1000"/>
                        </a:spcAft>
                        <a:buNone/>
                      </a:pPr>
                      <a:r>
                        <a:rPr lang="fr-FR" sz="1800" dirty="0">
                          <a:solidFill>
                            <a:schemeClr val="accent3">
                              <a:lumMod val="50000"/>
                            </a:schemeClr>
                          </a:solidFill>
                          <a:effectLst/>
                          <a:latin typeface="Amasis MT Pro" panose="02040504050005020304" pitchFamily="18" charset="0"/>
                          <a:cs typeface="Times New Roman" panose="02020603050405020304" pitchFamily="18" charset="0"/>
                        </a:rPr>
                        <a:t>Vente de matériaux recyclés à haute valeur</a:t>
                      </a:r>
                      <a:endParaRPr lang="fr-FR" sz="1800" dirty="0">
                        <a:solidFill>
                          <a:schemeClr val="accent3">
                            <a:lumMod val="50000"/>
                          </a:schemeClr>
                        </a:solidFill>
                        <a:effectLst/>
                        <a:latin typeface="Amasis MT Pro" panose="02040504050005020304" pitchFamily="18" charset="0"/>
                        <a:ea typeface="Calibri" panose="020F0502020204030204" pitchFamily="34" charset="0"/>
                        <a:cs typeface="Times New Roman" panose="02020603050405020304" pitchFamily="18" charset="0"/>
                      </a:endParaRPr>
                    </a:p>
                  </a:txBody>
                  <a:tcPr marL="62613" marR="62613" marT="0" marB="0" anchor="ctr"/>
                </a:tc>
                <a:tc>
                  <a:txBody>
                    <a:bodyPr/>
                    <a:lstStyle/>
                    <a:p>
                      <a:pPr algn="ctr">
                        <a:lnSpc>
                          <a:spcPct val="115000"/>
                        </a:lnSpc>
                        <a:spcAft>
                          <a:spcPts val="1000"/>
                        </a:spcAft>
                        <a:buNone/>
                      </a:pPr>
                      <a:r>
                        <a:rPr lang="fr-FR" sz="1800">
                          <a:solidFill>
                            <a:schemeClr val="accent3">
                              <a:lumMod val="50000"/>
                            </a:schemeClr>
                          </a:solidFill>
                          <a:effectLst/>
                          <a:latin typeface="Amasis MT Pro" panose="02040504050005020304" pitchFamily="18" charset="0"/>
                          <a:cs typeface="Times New Roman" panose="02020603050405020304" pitchFamily="18" charset="0"/>
                        </a:rPr>
                        <a:t>Industriels, ateliers de recyclage</a:t>
                      </a:r>
                      <a:endParaRPr lang="fr-FR" sz="1800">
                        <a:solidFill>
                          <a:schemeClr val="accent3">
                            <a:lumMod val="50000"/>
                          </a:schemeClr>
                        </a:solidFill>
                        <a:effectLst/>
                        <a:latin typeface="Amasis MT Pro" panose="02040504050005020304" pitchFamily="18" charset="0"/>
                        <a:ea typeface="Calibri" panose="020F0502020204030204" pitchFamily="34" charset="0"/>
                        <a:cs typeface="Times New Roman" panose="02020603050405020304" pitchFamily="18" charset="0"/>
                      </a:endParaRPr>
                    </a:p>
                  </a:txBody>
                  <a:tcPr marL="62613" marR="62613" marT="0" marB="0" anchor="ctr"/>
                </a:tc>
                <a:extLst>
                  <a:ext uri="{0D108BD9-81ED-4DB2-BD59-A6C34878D82A}">
                    <a16:rowId xmlns:a16="http://schemas.microsoft.com/office/drawing/2014/main" val="512427244"/>
                  </a:ext>
                </a:extLst>
              </a:tr>
              <a:tr h="534654">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a:lnSpc>
                          <a:spcPct val="115000"/>
                        </a:lnSpc>
                        <a:spcAft>
                          <a:spcPts val="1000"/>
                        </a:spcAft>
                        <a:buNone/>
                      </a:pPr>
                      <a:r>
                        <a:rPr lang="fr-FR" sz="1800">
                          <a:solidFill>
                            <a:schemeClr val="accent3">
                              <a:lumMod val="50000"/>
                            </a:schemeClr>
                          </a:solidFill>
                          <a:effectLst/>
                          <a:latin typeface="Amasis MT Pro" panose="02040504050005020304" pitchFamily="18" charset="0"/>
                          <a:cs typeface="Times New Roman" panose="02020603050405020304" pitchFamily="18" charset="0"/>
                        </a:rPr>
                        <a:t>Centres de tri</a:t>
                      </a:r>
                      <a:endParaRPr lang="fr-FR" sz="1800">
                        <a:solidFill>
                          <a:schemeClr val="accent3">
                            <a:lumMod val="50000"/>
                          </a:schemeClr>
                        </a:solidFill>
                        <a:effectLst/>
                        <a:latin typeface="Amasis MT Pro" panose="02040504050005020304" pitchFamily="18" charset="0"/>
                        <a:ea typeface="Calibri" panose="020F0502020204030204" pitchFamily="34" charset="0"/>
                        <a:cs typeface="Times New Roman" panose="02020603050405020304" pitchFamily="18" charset="0"/>
                      </a:endParaRPr>
                    </a:p>
                  </a:txBody>
                  <a:tcPr marL="62613" marR="62613" marT="0" marB="0" anchor="ctr"/>
                </a:tc>
                <a:extLst>
                  <a:ext uri="{0D108BD9-81ED-4DB2-BD59-A6C34878D82A}">
                    <a16:rowId xmlns:a16="http://schemas.microsoft.com/office/drawing/2014/main" val="1590335462"/>
                  </a:ext>
                </a:extLst>
              </a:tr>
              <a:tr h="747002">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a:lnSpc>
                          <a:spcPct val="115000"/>
                        </a:lnSpc>
                        <a:spcAft>
                          <a:spcPts val="1000"/>
                        </a:spcAft>
                        <a:buNone/>
                      </a:pPr>
                      <a:r>
                        <a:rPr lang="fr-FR" sz="1800" dirty="0">
                          <a:solidFill>
                            <a:schemeClr val="accent3">
                              <a:lumMod val="50000"/>
                            </a:schemeClr>
                          </a:solidFill>
                          <a:effectLst/>
                          <a:latin typeface="Amasis MT Pro" panose="02040504050005020304" pitchFamily="18" charset="0"/>
                          <a:cs typeface="Times New Roman" panose="02020603050405020304" pitchFamily="18" charset="0"/>
                        </a:rPr>
                        <a:t>Recycleurs</a:t>
                      </a:r>
                      <a:endParaRPr lang="fr-FR" sz="1800" dirty="0">
                        <a:solidFill>
                          <a:schemeClr val="accent3">
                            <a:lumMod val="50000"/>
                          </a:schemeClr>
                        </a:solidFill>
                        <a:effectLst/>
                        <a:latin typeface="Amasis MT Pro" panose="02040504050005020304" pitchFamily="18" charset="0"/>
                        <a:ea typeface="Calibri" panose="020F0502020204030204" pitchFamily="34" charset="0"/>
                        <a:cs typeface="Times New Roman" panose="02020603050405020304" pitchFamily="18" charset="0"/>
                      </a:endParaRPr>
                    </a:p>
                  </a:txBody>
                  <a:tcPr marL="62613" marR="62613" marT="0" marB="0" anchor="ctr"/>
                </a:tc>
                <a:extLst>
                  <a:ext uri="{0D108BD9-81ED-4DB2-BD59-A6C34878D82A}">
                    <a16:rowId xmlns:a16="http://schemas.microsoft.com/office/drawing/2014/main" val="996844566"/>
                  </a:ext>
                </a:extLst>
              </a:tr>
              <a:tr h="1419623">
                <a:tc>
                  <a:txBody>
                    <a:bodyPr/>
                    <a:lstStyle/>
                    <a:p>
                      <a:pPr algn="ctr">
                        <a:lnSpc>
                          <a:spcPct val="115000"/>
                        </a:lnSpc>
                        <a:spcAft>
                          <a:spcPts val="1000"/>
                        </a:spcAft>
                        <a:buNone/>
                      </a:pPr>
                      <a:endParaRPr lang="fr-FR" sz="1600">
                        <a:effectLst/>
                        <a:latin typeface="Amasis MT Pro" panose="02040504050005020304" pitchFamily="18" charset="0"/>
                        <a:ea typeface="Calibri" panose="020F0502020204030204" pitchFamily="34" charset="0"/>
                        <a:cs typeface="Times New Roman" panose="02020603050405020304" pitchFamily="18" charset="0"/>
                      </a:endParaRPr>
                    </a:p>
                  </a:txBody>
                  <a:tcPr marL="62613" marR="62613" marT="0" marB="0" anchor="ctr"/>
                </a:tc>
                <a:tc>
                  <a:txBody>
                    <a:bodyPr/>
                    <a:lstStyle/>
                    <a:p>
                      <a:pPr algn="ctr">
                        <a:lnSpc>
                          <a:spcPct val="115000"/>
                        </a:lnSpc>
                        <a:spcAft>
                          <a:spcPts val="1000"/>
                        </a:spcAft>
                        <a:buNone/>
                      </a:pPr>
                      <a:r>
                        <a:rPr lang="fr-FR" sz="1800">
                          <a:solidFill>
                            <a:schemeClr val="accent3">
                              <a:lumMod val="50000"/>
                            </a:schemeClr>
                          </a:solidFill>
                          <a:effectLst/>
                          <a:latin typeface="Amasis MT Pro" panose="02040504050005020304" pitchFamily="18" charset="0"/>
                          <a:cs typeface="Times New Roman" panose="02020603050405020304" pitchFamily="18" charset="0"/>
                        </a:rPr>
                        <a:t>Conception et vente de produits issus de matériaux recyclés collectés via le système.</a:t>
                      </a:r>
                      <a:endParaRPr lang="fr-FR" sz="1800">
                        <a:solidFill>
                          <a:schemeClr val="accent3">
                            <a:lumMod val="50000"/>
                          </a:schemeClr>
                        </a:solidFill>
                        <a:effectLst/>
                        <a:latin typeface="Amasis MT Pro" panose="02040504050005020304" pitchFamily="18" charset="0"/>
                        <a:ea typeface="Calibri" panose="020F0502020204030204" pitchFamily="34" charset="0"/>
                        <a:cs typeface="Times New Roman" panose="02020603050405020304" pitchFamily="18" charset="0"/>
                      </a:endParaRPr>
                    </a:p>
                  </a:txBody>
                  <a:tcPr marL="62613" marR="62613" marT="0" marB="0" anchor="ctr"/>
                </a:tc>
                <a:tc>
                  <a:txBody>
                    <a:bodyPr/>
                    <a:lstStyle/>
                    <a:p>
                      <a:pPr algn="ctr">
                        <a:lnSpc>
                          <a:spcPct val="115000"/>
                        </a:lnSpc>
                        <a:spcAft>
                          <a:spcPts val="1000"/>
                        </a:spcAft>
                        <a:buNone/>
                      </a:pPr>
                      <a:r>
                        <a:rPr lang="fr-FR" sz="1800" dirty="0">
                          <a:solidFill>
                            <a:schemeClr val="accent3">
                              <a:lumMod val="50000"/>
                            </a:schemeClr>
                          </a:solidFill>
                          <a:effectLst/>
                          <a:latin typeface="Amasis MT Pro" panose="02040504050005020304" pitchFamily="18" charset="0"/>
                          <a:cs typeface="Times New Roman" panose="02020603050405020304" pitchFamily="18" charset="0"/>
                        </a:rPr>
                        <a:t>Vente directe de produits finis/ semis finis recyclés</a:t>
                      </a:r>
                      <a:endParaRPr lang="fr-FR" sz="1800" dirty="0">
                        <a:solidFill>
                          <a:schemeClr val="accent3">
                            <a:lumMod val="50000"/>
                          </a:schemeClr>
                        </a:solidFill>
                        <a:effectLst/>
                        <a:latin typeface="Amasis MT Pro" panose="02040504050005020304" pitchFamily="18" charset="0"/>
                        <a:ea typeface="Calibri" panose="020F0502020204030204" pitchFamily="34" charset="0"/>
                        <a:cs typeface="Times New Roman" panose="02020603050405020304" pitchFamily="18" charset="0"/>
                      </a:endParaRPr>
                    </a:p>
                  </a:txBody>
                  <a:tcPr marL="62613" marR="62613" marT="0" marB="0" anchor="ctr"/>
                </a:tc>
                <a:tc>
                  <a:txBody>
                    <a:bodyPr/>
                    <a:lstStyle/>
                    <a:p>
                      <a:pPr algn="ctr">
                        <a:lnSpc>
                          <a:spcPct val="115000"/>
                        </a:lnSpc>
                        <a:spcAft>
                          <a:spcPts val="1000"/>
                        </a:spcAft>
                        <a:buNone/>
                      </a:pPr>
                      <a:r>
                        <a:rPr lang="fr-FR" sz="1800" dirty="0">
                          <a:solidFill>
                            <a:schemeClr val="accent3">
                              <a:lumMod val="50000"/>
                            </a:schemeClr>
                          </a:solidFill>
                          <a:effectLst/>
                          <a:latin typeface="Amasis MT Pro" panose="02040504050005020304" pitchFamily="18" charset="0"/>
                          <a:cs typeface="Times New Roman" panose="02020603050405020304" pitchFamily="18" charset="0"/>
                        </a:rPr>
                        <a:t>Grand public, ateliers de recyclage</a:t>
                      </a:r>
                      <a:endParaRPr lang="fr-FR" sz="1800" dirty="0">
                        <a:solidFill>
                          <a:schemeClr val="accent3">
                            <a:lumMod val="50000"/>
                          </a:schemeClr>
                        </a:solidFill>
                        <a:effectLst/>
                        <a:latin typeface="Amasis MT Pro" panose="02040504050005020304" pitchFamily="18" charset="0"/>
                        <a:ea typeface="Calibri" panose="020F0502020204030204" pitchFamily="34" charset="0"/>
                        <a:cs typeface="Times New Roman" panose="02020603050405020304" pitchFamily="18" charset="0"/>
                      </a:endParaRPr>
                    </a:p>
                  </a:txBody>
                  <a:tcPr marL="62613" marR="62613" marT="0" marB="0" anchor="ctr"/>
                </a:tc>
                <a:extLst>
                  <a:ext uri="{0D108BD9-81ED-4DB2-BD59-A6C34878D82A}">
                    <a16:rowId xmlns:a16="http://schemas.microsoft.com/office/drawing/2014/main" val="3994086084"/>
                  </a:ext>
                </a:extLst>
              </a:tr>
            </a:tbl>
          </a:graphicData>
        </a:graphic>
      </p:graphicFrame>
      <p:pic>
        <p:nvPicPr>
          <p:cNvPr id="9" name="Imagen 3" descr="Interfaz de usuario gráfica, Texto, Aplicación&#10;&#10;Descripción generada automáticamente">
            <a:extLst>
              <a:ext uri="{FF2B5EF4-FFF2-40B4-BE49-F238E27FC236}">
                <a16:creationId xmlns:a16="http://schemas.microsoft.com/office/drawing/2014/main" id="{B5CBD257-E773-DD40-946E-B525520F216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060670" y="3262379"/>
            <a:ext cx="811161" cy="1541855"/>
          </a:xfrm>
          <a:prstGeom prst="rect">
            <a:avLst/>
          </a:prstGeom>
        </p:spPr>
      </p:pic>
      <p:sp>
        <p:nvSpPr>
          <p:cNvPr id="10" name="Freeform 7">
            <a:extLst>
              <a:ext uri="{FF2B5EF4-FFF2-40B4-BE49-F238E27FC236}">
                <a16:creationId xmlns:a16="http://schemas.microsoft.com/office/drawing/2014/main" id="{1330CB8C-32E8-8761-8ACE-92CD3456B83D}"/>
              </a:ext>
            </a:extLst>
          </p:cNvPr>
          <p:cNvSpPr/>
          <p:nvPr/>
        </p:nvSpPr>
        <p:spPr>
          <a:xfrm>
            <a:off x="3882936" y="6520451"/>
            <a:ext cx="1166627" cy="1008042"/>
          </a:xfrm>
          <a:custGeom>
            <a:avLst/>
            <a:gdLst/>
            <a:ahLst/>
            <a:cxnLst/>
            <a:rect l="l" t="t" r="r" b="b"/>
            <a:pathLst>
              <a:path w="1569247" h="1541023">
                <a:moveTo>
                  <a:pt x="0" y="0"/>
                </a:moveTo>
                <a:lnTo>
                  <a:pt x="1569247" y="0"/>
                </a:lnTo>
                <a:lnTo>
                  <a:pt x="1569247" y="1541023"/>
                </a:lnTo>
                <a:lnTo>
                  <a:pt x="0" y="1541023"/>
                </a:lnTo>
                <a:lnTo>
                  <a:pt x="0" y="0"/>
                </a:lnTo>
                <a:close/>
              </a:path>
            </a:pathLst>
          </a:custGeom>
          <a:blipFill>
            <a:blip r:embed="rId6"/>
            <a:stretch>
              <a:fillRect/>
            </a:stretch>
          </a:blipFill>
        </p:spPr>
        <p:txBody>
          <a:bodyPr/>
          <a:lstStyle/>
          <a:p>
            <a:endParaRPr lang="en-US"/>
          </a:p>
        </p:txBody>
      </p:sp>
      <p:sp>
        <p:nvSpPr>
          <p:cNvPr id="12" name="Freeform 14">
            <a:extLst>
              <a:ext uri="{FF2B5EF4-FFF2-40B4-BE49-F238E27FC236}">
                <a16:creationId xmlns:a16="http://schemas.microsoft.com/office/drawing/2014/main" id="{8F533AA0-AAE3-46D0-663E-E55BBE4D87C9}"/>
              </a:ext>
            </a:extLst>
          </p:cNvPr>
          <p:cNvSpPr/>
          <p:nvPr/>
        </p:nvSpPr>
        <p:spPr>
          <a:xfrm>
            <a:off x="4002077" y="8392629"/>
            <a:ext cx="928343" cy="1008042"/>
          </a:xfrm>
          <a:custGeom>
            <a:avLst/>
            <a:gdLst/>
            <a:ahLst/>
            <a:cxnLst/>
            <a:rect l="l" t="t" r="r" b="b"/>
            <a:pathLst>
              <a:path w="1534050" h="1478266">
                <a:moveTo>
                  <a:pt x="0" y="0"/>
                </a:moveTo>
                <a:lnTo>
                  <a:pt x="1534050" y="0"/>
                </a:lnTo>
                <a:lnTo>
                  <a:pt x="1534050" y="1478266"/>
                </a:lnTo>
                <a:lnTo>
                  <a:pt x="0" y="1478266"/>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4" name="Slide Number Placeholder 3">
            <a:extLst>
              <a:ext uri="{FF2B5EF4-FFF2-40B4-BE49-F238E27FC236}">
                <a16:creationId xmlns:a16="http://schemas.microsoft.com/office/drawing/2014/main" id="{1222B69B-889F-624F-57CC-774EFA230A07}"/>
              </a:ext>
            </a:extLst>
          </p:cNvPr>
          <p:cNvSpPr>
            <a:spLocks noGrp="1"/>
          </p:cNvSpPr>
          <p:nvPr>
            <p:ph type="sldNum" sz="quarter" idx="12"/>
          </p:nvPr>
        </p:nvSpPr>
        <p:spPr/>
        <p:txBody>
          <a:bodyPr/>
          <a:lstStyle/>
          <a:p>
            <a:fld id="{B6F15528-21DE-4FAA-801E-634DDDAF4B2B}" type="slidenum">
              <a:rPr lang="en-US" smtClean="0"/>
              <a:pPr/>
              <a:t>17</a:t>
            </a:fld>
            <a:endParaRPr lang="en-US"/>
          </a:p>
        </p:txBody>
      </p:sp>
      <p:sp>
        <p:nvSpPr>
          <p:cNvPr id="11" name="Slide Number Placeholder 16">
            <a:extLst>
              <a:ext uri="{FF2B5EF4-FFF2-40B4-BE49-F238E27FC236}">
                <a16:creationId xmlns:a16="http://schemas.microsoft.com/office/drawing/2014/main" id="{ADFE3970-D47C-4213-B980-C81A289BD67C}"/>
              </a:ext>
            </a:extLst>
          </p:cNvPr>
          <p:cNvSpPr txBox="1">
            <a:spLocks/>
          </p:cNvSpPr>
          <p:nvPr/>
        </p:nvSpPr>
        <p:spPr>
          <a:xfrm>
            <a:off x="16009663" y="9824662"/>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17</a:t>
            </a:fld>
            <a:endParaRPr lang="en-US"/>
          </a:p>
        </p:txBody>
      </p:sp>
    </p:spTree>
    <p:extLst>
      <p:ext uri="{BB962C8B-B14F-4D97-AF65-F5344CB8AC3E}">
        <p14:creationId xmlns:p14="http://schemas.microsoft.com/office/powerpoint/2010/main" val="17662935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B8A51-5D28-EEEB-EA16-A4331DAD648D}"/>
            </a:ext>
          </a:extLst>
        </p:cNvPr>
        <p:cNvGrpSpPr/>
        <p:nvPr/>
      </p:nvGrpSpPr>
      <p:grpSpPr>
        <a:xfrm>
          <a:off x="0" y="0"/>
          <a:ext cx="0" cy="0"/>
          <a:chOff x="0" y="0"/>
          <a:chExt cx="0" cy="0"/>
        </a:xfrm>
      </p:grpSpPr>
      <p:sp>
        <p:nvSpPr>
          <p:cNvPr id="23" name="Rectángulo 22">
            <a:extLst>
              <a:ext uri="{FF2B5EF4-FFF2-40B4-BE49-F238E27FC236}">
                <a16:creationId xmlns:a16="http://schemas.microsoft.com/office/drawing/2014/main" id="{80D4EC55-F244-E032-318D-C50B839F5E89}"/>
              </a:ext>
            </a:extLst>
          </p:cNvPr>
          <p:cNvSpPr/>
          <p:nvPr/>
        </p:nvSpPr>
        <p:spPr>
          <a:xfrm>
            <a:off x="0" y="-3921"/>
            <a:ext cx="18288000" cy="1700412"/>
          </a:xfrm>
          <a:prstGeom prst="rect">
            <a:avLst/>
          </a:prstGeom>
          <a:gradFill flip="none" rotWithShape="1">
            <a:gsLst>
              <a:gs pos="0">
                <a:srgbClr val="445240"/>
              </a:gs>
              <a:gs pos="88000">
                <a:srgbClr val="445240">
                  <a:alpha val="17000"/>
                </a:srgbClr>
              </a:gs>
              <a:gs pos="54000">
                <a:srgbClr val="445240">
                  <a:alpha val="64000"/>
                </a:srgbClr>
              </a:gs>
              <a:gs pos="74000">
                <a:srgbClr val="445240">
                  <a:alpha val="49000"/>
                </a:srgbClr>
              </a:gs>
              <a:gs pos="100000">
                <a:srgbClr val="445240">
                  <a:alpha val="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 name="Picture 12" descr="A green number with a white background&#10;&#10;Description automatically generated">
            <a:extLst>
              <a:ext uri="{FF2B5EF4-FFF2-40B4-BE49-F238E27FC236}">
                <a16:creationId xmlns:a16="http://schemas.microsoft.com/office/drawing/2014/main" id="{183550E0-0830-2B18-7B0B-AB73C774DEB6}"/>
              </a:ext>
            </a:extLst>
          </p:cNvPr>
          <p:cNvPicPr>
            <a:picLocks noChangeAspect="1"/>
          </p:cNvPicPr>
          <p:nvPr/>
        </p:nvPicPr>
        <p:blipFill>
          <a:blip r:embed="rId3" cstate="print">
            <a:biLevel thresh="25000"/>
            <a:extLst>
              <a:ext uri="{BEBA8EAE-BF5A-486C-A8C5-ECC9F3942E4B}">
                <a14:imgProps xmlns:a14="http://schemas.microsoft.com/office/drawing/2010/main">
                  <a14:imgLayer r:embed="rId4">
                    <a14:imgEffect>
                      <a14:backgroundRemoval t="14524" b="87143" l="1586" r="97260">
                        <a14:foregroundMark x1="16078" y1="39286" x2="16078" y2="39286"/>
                        <a14:foregroundMark x1="6849" y1="41905" x2="6849" y2="41905"/>
                        <a14:foregroundMark x1="50180" y1="55238" x2="50180" y2="55238"/>
                        <a14:foregroundMark x1="30209" y1="87143" x2="30209" y2="87143"/>
                        <a14:foregroundMark x1="60923" y1="54762" x2="60923" y2="54762"/>
                        <a14:foregroundMark x1="72675" y1="57857" x2="72675" y2="57857"/>
                        <a14:foregroundMark x1="89257" y1="44048" x2="89257" y2="44048"/>
                        <a14:foregroundMark x1="97404" y1="31667" x2="97404" y2="31667"/>
                        <a14:foregroundMark x1="5479" y1="62381" x2="5479" y2="62381"/>
                        <a14:foregroundMark x1="1586" y1="84762" x2="1586" y2="84762"/>
                      </a14:backgroundRemoval>
                    </a14:imgEffect>
                    <a14:imgEffect>
                      <a14:artisticTexturizer/>
                    </a14:imgEffect>
                    <a14:imgEffect>
                      <a14:saturation sat="33000"/>
                    </a14:imgEffect>
                  </a14:imgLayer>
                </a14:imgProps>
              </a:ext>
              <a:ext uri="{28A0092B-C50C-407E-A947-70E740481C1C}">
                <a14:useLocalDpi xmlns:a14="http://schemas.microsoft.com/office/drawing/2010/main" val="0"/>
              </a:ext>
            </a:extLst>
          </a:blip>
          <a:srcRect l="486" t="6154" r="583" b="7919"/>
          <a:stretch>
            <a:fillRect/>
          </a:stretch>
        </p:blipFill>
        <p:spPr>
          <a:xfrm>
            <a:off x="14206789" y="159703"/>
            <a:ext cx="3738723" cy="983295"/>
          </a:xfrm>
          <a:prstGeom prst="rect">
            <a:avLst/>
          </a:prstGeom>
        </p:spPr>
      </p:pic>
      <p:sp>
        <p:nvSpPr>
          <p:cNvPr id="3" name="CuadroTexto 2">
            <a:extLst>
              <a:ext uri="{FF2B5EF4-FFF2-40B4-BE49-F238E27FC236}">
                <a16:creationId xmlns:a16="http://schemas.microsoft.com/office/drawing/2014/main" id="{AD0F0200-F7FD-686E-EDF5-3EB9C5538942}"/>
              </a:ext>
            </a:extLst>
          </p:cNvPr>
          <p:cNvSpPr txBox="1"/>
          <p:nvPr/>
        </p:nvSpPr>
        <p:spPr>
          <a:xfrm>
            <a:off x="420857" y="117133"/>
            <a:ext cx="12780793" cy="830997"/>
          </a:xfrm>
          <a:prstGeom prst="rect">
            <a:avLst/>
          </a:prstGeom>
          <a:noFill/>
        </p:spPr>
        <p:txBody>
          <a:bodyPr wrap="square" rtlCol="0">
            <a:spAutoFit/>
          </a:bodyPr>
          <a:lstStyle/>
          <a:p>
            <a:pPr algn="ctr"/>
            <a:r>
              <a:rPr lang="fr-FR" sz="4800" dirty="0">
                <a:solidFill>
                  <a:schemeClr val="bg1"/>
                </a:solidFill>
                <a:latin typeface="Amasis MT Pro Black" panose="02040A04050005020304" pitchFamily="18" charset="0"/>
                <a:cs typeface="Aharoni" panose="020F0502020204030204" pitchFamily="2" charset="-79"/>
              </a:rPr>
              <a:t>La structure et la stratégique juridique</a:t>
            </a:r>
          </a:p>
        </p:txBody>
      </p:sp>
      <p:pic>
        <p:nvPicPr>
          <p:cNvPr id="5" name="Picture 4">
            <a:extLst>
              <a:ext uri="{FF2B5EF4-FFF2-40B4-BE49-F238E27FC236}">
                <a16:creationId xmlns:a16="http://schemas.microsoft.com/office/drawing/2014/main" id="{F504A4BF-02C1-CEFB-7359-9A583D1C8273}"/>
              </a:ext>
            </a:extLst>
          </p:cNvPr>
          <p:cNvPicPr>
            <a:picLocks noChangeAspect="1"/>
          </p:cNvPicPr>
          <p:nvPr/>
        </p:nvPicPr>
        <p:blipFill>
          <a:blip r:embed="rId5"/>
          <a:stretch>
            <a:fillRect/>
          </a:stretch>
        </p:blipFill>
        <p:spPr>
          <a:xfrm>
            <a:off x="6094245" y="5869858"/>
            <a:ext cx="5468490" cy="3827944"/>
          </a:xfrm>
          <a:prstGeom prst="rect">
            <a:avLst/>
          </a:prstGeom>
        </p:spPr>
      </p:pic>
      <p:pic>
        <p:nvPicPr>
          <p:cNvPr id="7" name="Picture 6">
            <a:extLst>
              <a:ext uri="{FF2B5EF4-FFF2-40B4-BE49-F238E27FC236}">
                <a16:creationId xmlns:a16="http://schemas.microsoft.com/office/drawing/2014/main" id="{4BE275BE-5443-B91F-49FF-89D61D0CF7B8}"/>
              </a:ext>
            </a:extLst>
          </p:cNvPr>
          <p:cNvPicPr>
            <a:picLocks noChangeAspect="1"/>
          </p:cNvPicPr>
          <p:nvPr/>
        </p:nvPicPr>
        <p:blipFill>
          <a:blip r:embed="rId6"/>
          <a:stretch>
            <a:fillRect/>
          </a:stretch>
        </p:blipFill>
        <p:spPr>
          <a:xfrm>
            <a:off x="1190601" y="3361709"/>
            <a:ext cx="4105275" cy="1114425"/>
          </a:xfrm>
          <a:prstGeom prst="rect">
            <a:avLst/>
          </a:prstGeom>
        </p:spPr>
      </p:pic>
      <p:pic>
        <p:nvPicPr>
          <p:cNvPr id="3074" name="Picture 2" descr="Copyright Protection - Why Should You Register Copyrights? - Gerben IP">
            <a:extLst>
              <a:ext uri="{FF2B5EF4-FFF2-40B4-BE49-F238E27FC236}">
                <a16:creationId xmlns:a16="http://schemas.microsoft.com/office/drawing/2014/main" id="{251DECE1-BF3A-3DEA-DA06-AE9843D5E02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81218" y="3116331"/>
            <a:ext cx="2857500" cy="160020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F25D618E-2094-819D-1B48-2F43EA6B6FE4}"/>
              </a:ext>
            </a:extLst>
          </p:cNvPr>
          <p:cNvPicPr>
            <a:picLocks noChangeAspect="1"/>
          </p:cNvPicPr>
          <p:nvPr/>
        </p:nvPicPr>
        <p:blipFill>
          <a:blip r:embed="rId8"/>
          <a:stretch>
            <a:fillRect/>
          </a:stretch>
        </p:blipFill>
        <p:spPr>
          <a:xfrm>
            <a:off x="13201650" y="3002031"/>
            <a:ext cx="1943100" cy="1828800"/>
          </a:xfrm>
          <a:prstGeom prst="rect">
            <a:avLst/>
          </a:prstGeom>
        </p:spPr>
      </p:pic>
    </p:spTree>
    <p:extLst>
      <p:ext uri="{BB962C8B-B14F-4D97-AF65-F5344CB8AC3E}">
        <p14:creationId xmlns:p14="http://schemas.microsoft.com/office/powerpoint/2010/main" val="13092301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EEEE4-39A8-E5B3-4C7C-1D229082965C}"/>
            </a:ext>
          </a:extLst>
        </p:cNvPr>
        <p:cNvGrpSpPr/>
        <p:nvPr/>
      </p:nvGrpSpPr>
      <p:grpSpPr>
        <a:xfrm>
          <a:off x="0" y="0"/>
          <a:ext cx="0" cy="0"/>
          <a:chOff x="0" y="0"/>
          <a:chExt cx="0" cy="0"/>
        </a:xfrm>
      </p:grpSpPr>
      <p:sp>
        <p:nvSpPr>
          <p:cNvPr id="23" name="Rectángulo 22">
            <a:extLst>
              <a:ext uri="{FF2B5EF4-FFF2-40B4-BE49-F238E27FC236}">
                <a16:creationId xmlns:a16="http://schemas.microsoft.com/office/drawing/2014/main" id="{9B213E3D-31B3-D61D-D880-7423D0A9985A}"/>
              </a:ext>
            </a:extLst>
          </p:cNvPr>
          <p:cNvSpPr/>
          <p:nvPr/>
        </p:nvSpPr>
        <p:spPr>
          <a:xfrm>
            <a:off x="0" y="0"/>
            <a:ext cx="18288000" cy="1700412"/>
          </a:xfrm>
          <a:prstGeom prst="rect">
            <a:avLst/>
          </a:prstGeom>
          <a:gradFill flip="none" rotWithShape="1">
            <a:gsLst>
              <a:gs pos="0">
                <a:srgbClr val="445240"/>
              </a:gs>
              <a:gs pos="88000">
                <a:srgbClr val="445240">
                  <a:alpha val="17000"/>
                </a:srgbClr>
              </a:gs>
              <a:gs pos="54000">
                <a:srgbClr val="445240">
                  <a:alpha val="64000"/>
                </a:srgbClr>
              </a:gs>
              <a:gs pos="74000">
                <a:srgbClr val="445240">
                  <a:alpha val="49000"/>
                </a:srgbClr>
              </a:gs>
              <a:gs pos="100000">
                <a:srgbClr val="445240">
                  <a:alpha val="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 name="Picture 12" descr="A green number with a white background&#10;&#10;Description automatically generated">
            <a:extLst>
              <a:ext uri="{FF2B5EF4-FFF2-40B4-BE49-F238E27FC236}">
                <a16:creationId xmlns:a16="http://schemas.microsoft.com/office/drawing/2014/main" id="{D23E1025-130A-6B21-CDA5-6FB3C47F911F}"/>
              </a:ext>
            </a:extLst>
          </p:cNvPr>
          <p:cNvPicPr>
            <a:picLocks noChangeAspect="1"/>
          </p:cNvPicPr>
          <p:nvPr/>
        </p:nvPicPr>
        <p:blipFill>
          <a:blip r:embed="rId2" cstate="print">
            <a:biLevel thresh="25000"/>
            <a:extLst>
              <a:ext uri="{BEBA8EAE-BF5A-486C-A8C5-ECC9F3942E4B}">
                <a14:imgProps xmlns:a14="http://schemas.microsoft.com/office/drawing/2010/main">
                  <a14:imgLayer r:embed="rId3">
                    <a14:imgEffect>
                      <a14:backgroundRemoval t="14524" b="87143" l="1586" r="97260">
                        <a14:foregroundMark x1="16078" y1="39286" x2="16078" y2="39286"/>
                        <a14:foregroundMark x1="6849" y1="41905" x2="6849" y2="41905"/>
                        <a14:foregroundMark x1="50180" y1="55238" x2="50180" y2="55238"/>
                        <a14:foregroundMark x1="30209" y1="87143" x2="30209" y2="87143"/>
                        <a14:foregroundMark x1="60923" y1="54762" x2="60923" y2="54762"/>
                        <a14:foregroundMark x1="72675" y1="57857" x2="72675" y2="57857"/>
                        <a14:foregroundMark x1="89257" y1="44048" x2="89257" y2="44048"/>
                        <a14:foregroundMark x1="97404" y1="31667" x2="97404" y2="31667"/>
                        <a14:foregroundMark x1="5479" y1="62381" x2="5479" y2="62381"/>
                        <a14:foregroundMark x1="1586" y1="84762" x2="1586" y2="84762"/>
                      </a14:backgroundRemoval>
                    </a14:imgEffect>
                    <a14:imgEffect>
                      <a14:artisticTexturizer/>
                    </a14:imgEffect>
                    <a14:imgEffect>
                      <a14:saturation sat="33000"/>
                    </a14:imgEffect>
                  </a14:imgLayer>
                </a14:imgProps>
              </a:ext>
              <a:ext uri="{28A0092B-C50C-407E-A947-70E740481C1C}">
                <a14:useLocalDpi xmlns:a14="http://schemas.microsoft.com/office/drawing/2010/main" val="0"/>
              </a:ext>
            </a:extLst>
          </a:blip>
          <a:srcRect l="486" t="6154" r="583" b="7919"/>
          <a:stretch>
            <a:fillRect/>
          </a:stretch>
        </p:blipFill>
        <p:spPr>
          <a:xfrm>
            <a:off x="14206789" y="159703"/>
            <a:ext cx="3738723" cy="983295"/>
          </a:xfrm>
          <a:prstGeom prst="rect">
            <a:avLst/>
          </a:prstGeom>
        </p:spPr>
      </p:pic>
      <p:sp>
        <p:nvSpPr>
          <p:cNvPr id="3" name="CuadroTexto 2">
            <a:extLst>
              <a:ext uri="{FF2B5EF4-FFF2-40B4-BE49-F238E27FC236}">
                <a16:creationId xmlns:a16="http://schemas.microsoft.com/office/drawing/2014/main" id="{F013B403-C050-12C4-3951-F514F400E608}"/>
              </a:ext>
            </a:extLst>
          </p:cNvPr>
          <p:cNvSpPr txBox="1"/>
          <p:nvPr/>
        </p:nvSpPr>
        <p:spPr>
          <a:xfrm>
            <a:off x="420857" y="117133"/>
            <a:ext cx="10628143" cy="1323439"/>
          </a:xfrm>
          <a:prstGeom prst="rect">
            <a:avLst/>
          </a:prstGeom>
          <a:noFill/>
        </p:spPr>
        <p:txBody>
          <a:bodyPr wrap="square" rtlCol="0">
            <a:spAutoFit/>
          </a:bodyPr>
          <a:lstStyle/>
          <a:p>
            <a:pPr algn="ctr"/>
            <a:r>
              <a:rPr lang="fr-FR" sz="8000" dirty="0">
                <a:solidFill>
                  <a:schemeClr val="bg1"/>
                </a:solidFill>
                <a:latin typeface="Amasis MT Pro" panose="02040504050005020304" pitchFamily="18" charset="0"/>
                <a:cs typeface="Times New Roman" panose="02020603050405020304" pitchFamily="18" charset="0"/>
              </a:rPr>
              <a:t>Prochaines étapes</a:t>
            </a:r>
          </a:p>
        </p:txBody>
      </p:sp>
      <p:pic>
        <p:nvPicPr>
          <p:cNvPr id="27" name="Picture 26">
            <a:extLst>
              <a:ext uri="{FF2B5EF4-FFF2-40B4-BE49-F238E27FC236}">
                <a16:creationId xmlns:a16="http://schemas.microsoft.com/office/drawing/2014/main" id="{D1BDB8F4-713F-0468-E961-BE3A17B12DE1}"/>
              </a:ext>
            </a:extLst>
          </p:cNvPr>
          <p:cNvPicPr>
            <a:picLocks noChangeAspect="1"/>
          </p:cNvPicPr>
          <p:nvPr/>
        </p:nvPicPr>
        <p:blipFill>
          <a:blip r:embed="rId4"/>
          <a:stretch>
            <a:fillRect/>
          </a:stretch>
        </p:blipFill>
        <p:spPr>
          <a:xfrm>
            <a:off x="289322" y="3195735"/>
            <a:ext cx="17656190" cy="3895530"/>
          </a:xfrm>
          <a:prstGeom prst="rect">
            <a:avLst/>
          </a:prstGeom>
        </p:spPr>
      </p:pic>
    </p:spTree>
    <p:extLst>
      <p:ext uri="{BB962C8B-B14F-4D97-AF65-F5344CB8AC3E}">
        <p14:creationId xmlns:p14="http://schemas.microsoft.com/office/powerpoint/2010/main" val="23826034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F70EA-0C2A-C19D-5172-F7F0792C50E0}"/>
            </a:ext>
          </a:extLst>
        </p:cNvPr>
        <p:cNvGrpSpPr/>
        <p:nvPr/>
      </p:nvGrpSpPr>
      <p:grpSpPr>
        <a:xfrm>
          <a:off x="0" y="0"/>
          <a:ext cx="0" cy="0"/>
          <a:chOff x="0" y="0"/>
          <a:chExt cx="0" cy="0"/>
        </a:xfrm>
      </p:grpSpPr>
      <p:sp>
        <p:nvSpPr>
          <p:cNvPr id="23" name="Rectángulo 22">
            <a:extLst>
              <a:ext uri="{FF2B5EF4-FFF2-40B4-BE49-F238E27FC236}">
                <a16:creationId xmlns:a16="http://schemas.microsoft.com/office/drawing/2014/main" id="{0D37ACB2-E5B6-4892-FE45-5A732B1B4512}"/>
              </a:ext>
            </a:extLst>
          </p:cNvPr>
          <p:cNvSpPr/>
          <p:nvPr/>
        </p:nvSpPr>
        <p:spPr>
          <a:xfrm>
            <a:off x="0" y="-3921"/>
            <a:ext cx="18288000" cy="1700412"/>
          </a:xfrm>
          <a:prstGeom prst="rect">
            <a:avLst/>
          </a:prstGeom>
          <a:gradFill flip="none" rotWithShape="1">
            <a:gsLst>
              <a:gs pos="0">
                <a:srgbClr val="445240"/>
              </a:gs>
              <a:gs pos="88000">
                <a:srgbClr val="445240">
                  <a:alpha val="17000"/>
                </a:srgbClr>
              </a:gs>
              <a:gs pos="54000">
                <a:srgbClr val="445240">
                  <a:alpha val="64000"/>
                </a:srgbClr>
              </a:gs>
              <a:gs pos="74000">
                <a:srgbClr val="445240">
                  <a:alpha val="49000"/>
                </a:srgbClr>
              </a:gs>
              <a:gs pos="100000">
                <a:srgbClr val="445240">
                  <a:alpha val="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 name="Picture 12" descr="A green number with a white background&#10;&#10;Description automatically generated">
            <a:extLst>
              <a:ext uri="{FF2B5EF4-FFF2-40B4-BE49-F238E27FC236}">
                <a16:creationId xmlns:a16="http://schemas.microsoft.com/office/drawing/2014/main" id="{BD35F4DD-D3C7-C5C4-DBB2-93C4A6DD2192}"/>
              </a:ext>
            </a:extLst>
          </p:cNvPr>
          <p:cNvPicPr>
            <a:picLocks noChangeAspect="1"/>
          </p:cNvPicPr>
          <p:nvPr/>
        </p:nvPicPr>
        <p:blipFill>
          <a:blip r:embed="rId3" cstate="print">
            <a:biLevel thresh="25000"/>
            <a:extLst>
              <a:ext uri="{BEBA8EAE-BF5A-486C-A8C5-ECC9F3942E4B}">
                <a14:imgProps xmlns:a14="http://schemas.microsoft.com/office/drawing/2010/main">
                  <a14:imgLayer r:embed="rId4">
                    <a14:imgEffect>
                      <a14:backgroundRemoval t="14524" b="87143" l="1586" r="97260">
                        <a14:foregroundMark x1="16078" y1="39286" x2="16078" y2="39286"/>
                        <a14:foregroundMark x1="6849" y1="41905" x2="6849" y2="41905"/>
                        <a14:foregroundMark x1="50180" y1="55238" x2="50180" y2="55238"/>
                        <a14:foregroundMark x1="30209" y1="87143" x2="30209" y2="87143"/>
                        <a14:foregroundMark x1="60923" y1="54762" x2="60923" y2="54762"/>
                        <a14:foregroundMark x1="72675" y1="57857" x2="72675" y2="57857"/>
                        <a14:foregroundMark x1="89257" y1="44048" x2="89257" y2="44048"/>
                        <a14:foregroundMark x1="97404" y1="31667" x2="97404" y2="31667"/>
                        <a14:foregroundMark x1="5479" y1="62381" x2="5479" y2="62381"/>
                        <a14:foregroundMark x1="1586" y1="84762" x2="1586" y2="84762"/>
                      </a14:backgroundRemoval>
                    </a14:imgEffect>
                    <a14:imgEffect>
                      <a14:artisticTexturizer/>
                    </a14:imgEffect>
                    <a14:imgEffect>
                      <a14:saturation sat="33000"/>
                    </a14:imgEffect>
                  </a14:imgLayer>
                </a14:imgProps>
              </a:ext>
              <a:ext uri="{28A0092B-C50C-407E-A947-70E740481C1C}">
                <a14:useLocalDpi xmlns:a14="http://schemas.microsoft.com/office/drawing/2010/main" val="0"/>
              </a:ext>
            </a:extLst>
          </a:blip>
          <a:srcRect l="486" t="6154" r="583" b="7919"/>
          <a:stretch>
            <a:fillRect/>
          </a:stretch>
        </p:blipFill>
        <p:spPr>
          <a:xfrm>
            <a:off x="14206789" y="159703"/>
            <a:ext cx="3738723" cy="983295"/>
          </a:xfrm>
          <a:prstGeom prst="rect">
            <a:avLst/>
          </a:prstGeom>
        </p:spPr>
      </p:pic>
      <p:sp>
        <p:nvSpPr>
          <p:cNvPr id="3" name="CuadroTexto 2">
            <a:extLst>
              <a:ext uri="{FF2B5EF4-FFF2-40B4-BE49-F238E27FC236}">
                <a16:creationId xmlns:a16="http://schemas.microsoft.com/office/drawing/2014/main" id="{D61B5D6B-0E02-EF73-2C80-58166E2F8CD1}"/>
              </a:ext>
            </a:extLst>
          </p:cNvPr>
          <p:cNvSpPr txBox="1"/>
          <p:nvPr/>
        </p:nvSpPr>
        <p:spPr>
          <a:xfrm>
            <a:off x="-201995" y="0"/>
            <a:ext cx="12606030" cy="1323439"/>
          </a:xfrm>
          <a:prstGeom prst="rect">
            <a:avLst/>
          </a:prstGeom>
          <a:noFill/>
        </p:spPr>
        <p:txBody>
          <a:bodyPr wrap="square" rtlCol="0">
            <a:spAutoFit/>
          </a:bodyPr>
          <a:lstStyle/>
          <a:p>
            <a:pPr algn="ctr"/>
            <a:r>
              <a:rPr lang="fr-FR" sz="8000" dirty="0">
                <a:solidFill>
                  <a:schemeClr val="bg1"/>
                </a:solidFill>
                <a:latin typeface="Times New Roman" panose="02020603050405020304" pitchFamily="18" charset="0"/>
                <a:cs typeface="Times New Roman" panose="02020603050405020304" pitchFamily="18" charset="0"/>
              </a:rPr>
              <a:t>Impacts et écoresponsabilité</a:t>
            </a:r>
          </a:p>
        </p:txBody>
      </p:sp>
      <p:sp>
        <p:nvSpPr>
          <p:cNvPr id="8" name="Slide Number Placeholder 16">
            <a:extLst>
              <a:ext uri="{FF2B5EF4-FFF2-40B4-BE49-F238E27FC236}">
                <a16:creationId xmlns:a16="http://schemas.microsoft.com/office/drawing/2014/main" id="{13B230A6-E08D-490B-85B5-3E84D678002F}"/>
              </a:ext>
            </a:extLst>
          </p:cNvPr>
          <p:cNvSpPr>
            <a:spLocks noGrp="1"/>
          </p:cNvSpPr>
          <p:nvPr>
            <p:ph type="sldNum" sz="quarter" idx="12"/>
          </p:nvPr>
        </p:nvSpPr>
        <p:spPr>
          <a:xfrm>
            <a:off x="16009663" y="9824662"/>
            <a:ext cx="2133600" cy="365125"/>
          </a:xfrm>
        </p:spPr>
        <p:txBody>
          <a:bodyPr/>
          <a:lstStyle/>
          <a:p>
            <a:fld id="{B6F15528-21DE-4FAA-801E-634DDDAF4B2B}" type="slidenum">
              <a:rPr lang="en-US" smtClean="0"/>
              <a:pPr/>
              <a:t>20</a:t>
            </a:fld>
            <a:endParaRPr lang="en-US"/>
          </a:p>
        </p:txBody>
      </p:sp>
      <p:pic>
        <p:nvPicPr>
          <p:cNvPr id="5" name="Picture 4">
            <a:extLst>
              <a:ext uri="{FF2B5EF4-FFF2-40B4-BE49-F238E27FC236}">
                <a16:creationId xmlns:a16="http://schemas.microsoft.com/office/drawing/2014/main" id="{A02B3C93-F223-68D1-B1E5-D7FF9D4D37EB}"/>
              </a:ext>
            </a:extLst>
          </p:cNvPr>
          <p:cNvPicPr>
            <a:picLocks noChangeAspect="1"/>
          </p:cNvPicPr>
          <p:nvPr/>
        </p:nvPicPr>
        <p:blipFill>
          <a:blip r:embed="rId5">
            <a:extLst>
              <a:ext uri="{28A0092B-C50C-407E-A947-70E740481C1C}">
                <a14:useLocalDpi xmlns:a14="http://schemas.microsoft.com/office/drawing/2010/main" val="0"/>
              </a:ext>
            </a:extLst>
          </a:blip>
          <a:srcRect t="7607"/>
          <a:stretch>
            <a:fillRect/>
          </a:stretch>
        </p:blipFill>
        <p:spPr>
          <a:xfrm>
            <a:off x="727788" y="3753013"/>
            <a:ext cx="7587158" cy="4206000"/>
          </a:xfrm>
          <a:prstGeom prst="rect">
            <a:avLst/>
          </a:prstGeom>
        </p:spPr>
      </p:pic>
      <p:sp>
        <p:nvSpPr>
          <p:cNvPr id="6" name="CuadroTexto 13">
            <a:extLst>
              <a:ext uri="{FF2B5EF4-FFF2-40B4-BE49-F238E27FC236}">
                <a16:creationId xmlns:a16="http://schemas.microsoft.com/office/drawing/2014/main" id="{6C6D95F8-F7AB-551C-22E2-840717D1B671}"/>
              </a:ext>
            </a:extLst>
          </p:cNvPr>
          <p:cNvSpPr txBox="1"/>
          <p:nvPr/>
        </p:nvSpPr>
        <p:spPr>
          <a:xfrm>
            <a:off x="1558897" y="3150411"/>
            <a:ext cx="5924939" cy="459100"/>
          </a:xfrm>
          <a:prstGeom prst="rect">
            <a:avLst/>
          </a:prstGeom>
          <a:noFill/>
        </p:spPr>
        <p:txBody>
          <a:bodyPr wrap="square">
            <a:spAutoFit/>
          </a:bodyPr>
          <a:lstStyle/>
          <a:p>
            <a:pPr algn="ctr">
              <a:lnSpc>
                <a:spcPct val="150000"/>
              </a:lnSpc>
              <a:spcBef>
                <a:spcPct val="0"/>
              </a:spcBef>
            </a:pPr>
            <a:r>
              <a:rPr lang="fr-FR" b="1" dirty="0">
                <a:solidFill>
                  <a:srgbClr val="445240"/>
                </a:solidFill>
                <a:latin typeface="Amasis MT Pro" panose="02040504050005020304" pitchFamily="18" charset="0"/>
                <a:ea typeface="Codec Pro"/>
                <a:cs typeface="Times New Roman" panose="02020603050405020304" pitchFamily="18" charset="0"/>
                <a:sym typeface="Codec Pro"/>
              </a:rPr>
              <a:t>Économies grâce à un taux de recyclage plus élevé</a:t>
            </a:r>
            <a:endParaRPr lang="en-US" b="1" dirty="0">
              <a:solidFill>
                <a:srgbClr val="445240"/>
              </a:solidFill>
              <a:latin typeface="Amasis MT Pro" panose="02040504050005020304" pitchFamily="18" charset="0"/>
              <a:ea typeface="Codec Pro"/>
              <a:cs typeface="Times New Roman" panose="02020603050405020304" pitchFamily="18" charset="0"/>
              <a:sym typeface="Codec Pro"/>
            </a:endParaRPr>
          </a:p>
        </p:txBody>
      </p:sp>
      <p:pic>
        <p:nvPicPr>
          <p:cNvPr id="12" name="Picture 11">
            <a:extLst>
              <a:ext uri="{FF2B5EF4-FFF2-40B4-BE49-F238E27FC236}">
                <a16:creationId xmlns:a16="http://schemas.microsoft.com/office/drawing/2014/main" id="{9FED8E96-5506-7B6D-4144-AA8CAD9F4BFB}"/>
              </a:ext>
            </a:extLst>
          </p:cNvPr>
          <p:cNvPicPr>
            <a:picLocks noChangeAspect="1"/>
          </p:cNvPicPr>
          <p:nvPr/>
        </p:nvPicPr>
        <p:blipFill>
          <a:blip r:embed="rId6">
            <a:extLst>
              <a:ext uri="{28A0092B-C50C-407E-A947-70E740481C1C}">
                <a14:useLocalDpi xmlns:a14="http://schemas.microsoft.com/office/drawing/2010/main" val="0"/>
              </a:ext>
            </a:extLst>
          </a:blip>
          <a:srcRect t="8507"/>
          <a:stretch>
            <a:fillRect/>
          </a:stretch>
        </p:blipFill>
        <p:spPr>
          <a:xfrm>
            <a:off x="9756424" y="3609511"/>
            <a:ext cx="7803788" cy="4364434"/>
          </a:xfrm>
          <a:prstGeom prst="rect">
            <a:avLst/>
          </a:prstGeom>
        </p:spPr>
      </p:pic>
      <p:sp>
        <p:nvSpPr>
          <p:cNvPr id="15" name="CuadroTexto 13">
            <a:extLst>
              <a:ext uri="{FF2B5EF4-FFF2-40B4-BE49-F238E27FC236}">
                <a16:creationId xmlns:a16="http://schemas.microsoft.com/office/drawing/2014/main" id="{BD4446DD-BA7A-7B57-9417-45D23FDA073C}"/>
              </a:ext>
            </a:extLst>
          </p:cNvPr>
          <p:cNvSpPr txBox="1"/>
          <p:nvPr/>
        </p:nvSpPr>
        <p:spPr>
          <a:xfrm>
            <a:off x="10358463" y="3150411"/>
            <a:ext cx="6599709" cy="459100"/>
          </a:xfrm>
          <a:prstGeom prst="rect">
            <a:avLst/>
          </a:prstGeom>
          <a:noFill/>
        </p:spPr>
        <p:txBody>
          <a:bodyPr wrap="square">
            <a:spAutoFit/>
          </a:bodyPr>
          <a:lstStyle/>
          <a:p>
            <a:pPr algn="ctr">
              <a:lnSpc>
                <a:spcPct val="150000"/>
              </a:lnSpc>
              <a:spcBef>
                <a:spcPct val="0"/>
              </a:spcBef>
            </a:pPr>
            <a:r>
              <a:rPr lang="fr-FR" b="1" dirty="0">
                <a:solidFill>
                  <a:srgbClr val="445240"/>
                </a:solidFill>
                <a:latin typeface="Amasis MT Pro" panose="02040504050005020304" pitchFamily="18" charset="0"/>
                <a:ea typeface="Codec Pro"/>
                <a:cs typeface="Times New Roman" panose="02020603050405020304" pitchFamily="18" charset="0"/>
                <a:sym typeface="Codec Pro"/>
              </a:rPr>
              <a:t>Ce que la France verse à l’UE selon son taux de recyclage</a:t>
            </a:r>
            <a:endParaRPr lang="en-US" b="1" dirty="0">
              <a:solidFill>
                <a:srgbClr val="445240"/>
              </a:solidFill>
              <a:latin typeface="Amasis MT Pro" panose="02040504050005020304" pitchFamily="18" charset="0"/>
              <a:ea typeface="Codec Pro"/>
              <a:cs typeface="Times New Roman" panose="02020603050405020304" pitchFamily="18" charset="0"/>
              <a:sym typeface="Codec Pro"/>
            </a:endParaRPr>
          </a:p>
        </p:txBody>
      </p:sp>
    </p:spTree>
    <p:extLst>
      <p:ext uri="{BB962C8B-B14F-4D97-AF65-F5344CB8AC3E}">
        <p14:creationId xmlns:p14="http://schemas.microsoft.com/office/powerpoint/2010/main" val="18653753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A53F90-2ADB-8ED5-F76B-EE9194342717}"/>
            </a:ext>
          </a:extLst>
        </p:cNvPr>
        <p:cNvGrpSpPr/>
        <p:nvPr/>
      </p:nvGrpSpPr>
      <p:grpSpPr>
        <a:xfrm>
          <a:off x="0" y="0"/>
          <a:ext cx="0" cy="0"/>
          <a:chOff x="0" y="0"/>
          <a:chExt cx="0" cy="0"/>
        </a:xfrm>
      </p:grpSpPr>
      <p:sp>
        <p:nvSpPr>
          <p:cNvPr id="23" name="Rectángulo 22">
            <a:extLst>
              <a:ext uri="{FF2B5EF4-FFF2-40B4-BE49-F238E27FC236}">
                <a16:creationId xmlns:a16="http://schemas.microsoft.com/office/drawing/2014/main" id="{26B7111A-3A81-1E2E-357E-1E9A26571663}"/>
              </a:ext>
            </a:extLst>
          </p:cNvPr>
          <p:cNvSpPr/>
          <p:nvPr/>
        </p:nvSpPr>
        <p:spPr>
          <a:xfrm>
            <a:off x="0" y="-3921"/>
            <a:ext cx="18288000" cy="1700412"/>
          </a:xfrm>
          <a:prstGeom prst="rect">
            <a:avLst/>
          </a:prstGeom>
          <a:gradFill flip="none" rotWithShape="1">
            <a:gsLst>
              <a:gs pos="0">
                <a:srgbClr val="445240"/>
              </a:gs>
              <a:gs pos="88000">
                <a:srgbClr val="445240">
                  <a:alpha val="17000"/>
                </a:srgbClr>
              </a:gs>
              <a:gs pos="54000">
                <a:srgbClr val="445240">
                  <a:alpha val="64000"/>
                </a:srgbClr>
              </a:gs>
              <a:gs pos="74000">
                <a:srgbClr val="445240">
                  <a:alpha val="49000"/>
                </a:srgbClr>
              </a:gs>
              <a:gs pos="100000">
                <a:srgbClr val="445240">
                  <a:alpha val="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latin typeface="Amasis MT Pro" panose="02040504050005020304" pitchFamily="18" charset="0"/>
            </a:endParaRPr>
          </a:p>
        </p:txBody>
      </p:sp>
      <p:pic>
        <p:nvPicPr>
          <p:cNvPr id="2" name="Picture 12" descr="A green number with a white background&#10;&#10;Description automatically generated">
            <a:extLst>
              <a:ext uri="{FF2B5EF4-FFF2-40B4-BE49-F238E27FC236}">
                <a16:creationId xmlns:a16="http://schemas.microsoft.com/office/drawing/2014/main" id="{CE2AECF5-6CDF-753C-EF28-93CDC17164CE}"/>
              </a:ext>
            </a:extLst>
          </p:cNvPr>
          <p:cNvPicPr>
            <a:picLocks noChangeAspect="1"/>
          </p:cNvPicPr>
          <p:nvPr/>
        </p:nvPicPr>
        <p:blipFill>
          <a:blip r:embed="rId3" cstate="print">
            <a:biLevel thresh="25000"/>
            <a:extLst>
              <a:ext uri="{BEBA8EAE-BF5A-486C-A8C5-ECC9F3942E4B}">
                <a14:imgProps xmlns:a14="http://schemas.microsoft.com/office/drawing/2010/main">
                  <a14:imgLayer r:embed="rId4">
                    <a14:imgEffect>
                      <a14:backgroundRemoval t="14524" b="87143" l="1586" r="97260">
                        <a14:foregroundMark x1="16078" y1="39286" x2="16078" y2="39286"/>
                        <a14:foregroundMark x1="6849" y1="41905" x2="6849" y2="41905"/>
                        <a14:foregroundMark x1="50180" y1="55238" x2="50180" y2="55238"/>
                        <a14:foregroundMark x1="30209" y1="87143" x2="30209" y2="87143"/>
                        <a14:foregroundMark x1="60923" y1="54762" x2="60923" y2="54762"/>
                        <a14:foregroundMark x1="72675" y1="57857" x2="72675" y2="57857"/>
                        <a14:foregroundMark x1="89257" y1="44048" x2="89257" y2="44048"/>
                        <a14:foregroundMark x1="97404" y1="31667" x2="97404" y2="31667"/>
                        <a14:foregroundMark x1="5479" y1="62381" x2="5479" y2="62381"/>
                        <a14:foregroundMark x1="1586" y1="84762" x2="1586" y2="84762"/>
                      </a14:backgroundRemoval>
                    </a14:imgEffect>
                    <a14:imgEffect>
                      <a14:artisticTexturizer/>
                    </a14:imgEffect>
                    <a14:imgEffect>
                      <a14:saturation sat="33000"/>
                    </a14:imgEffect>
                  </a14:imgLayer>
                </a14:imgProps>
              </a:ext>
              <a:ext uri="{28A0092B-C50C-407E-A947-70E740481C1C}">
                <a14:useLocalDpi xmlns:a14="http://schemas.microsoft.com/office/drawing/2010/main" val="0"/>
              </a:ext>
            </a:extLst>
          </a:blip>
          <a:srcRect l="486" t="6154" r="583" b="7919"/>
          <a:stretch>
            <a:fillRect/>
          </a:stretch>
        </p:blipFill>
        <p:spPr>
          <a:xfrm>
            <a:off x="14206789" y="159703"/>
            <a:ext cx="3738723" cy="983295"/>
          </a:xfrm>
          <a:prstGeom prst="rect">
            <a:avLst/>
          </a:prstGeom>
        </p:spPr>
      </p:pic>
      <p:sp>
        <p:nvSpPr>
          <p:cNvPr id="3" name="CuadroTexto 2">
            <a:extLst>
              <a:ext uri="{FF2B5EF4-FFF2-40B4-BE49-F238E27FC236}">
                <a16:creationId xmlns:a16="http://schemas.microsoft.com/office/drawing/2014/main" id="{5B42A10C-08A0-E265-015C-D48EA5A749A9}"/>
              </a:ext>
            </a:extLst>
          </p:cNvPr>
          <p:cNvSpPr txBox="1"/>
          <p:nvPr/>
        </p:nvSpPr>
        <p:spPr>
          <a:xfrm>
            <a:off x="210429" y="66230"/>
            <a:ext cx="13785932" cy="1323439"/>
          </a:xfrm>
          <a:prstGeom prst="rect">
            <a:avLst/>
          </a:prstGeom>
          <a:noFill/>
        </p:spPr>
        <p:txBody>
          <a:bodyPr wrap="square" rtlCol="0">
            <a:spAutoFit/>
          </a:bodyPr>
          <a:lstStyle/>
          <a:p>
            <a:pPr algn="ctr"/>
            <a:r>
              <a:rPr lang="fr-FR" sz="8000" dirty="0">
                <a:solidFill>
                  <a:schemeClr val="bg1"/>
                </a:solidFill>
                <a:latin typeface="Amasis MT Pro" panose="02040504050005020304" pitchFamily="18" charset="0"/>
                <a:cs typeface="Times New Roman" panose="02020603050405020304" pitchFamily="18" charset="0"/>
              </a:rPr>
              <a:t>Mes travaux de recherche</a:t>
            </a:r>
          </a:p>
        </p:txBody>
      </p:sp>
      <p:sp>
        <p:nvSpPr>
          <p:cNvPr id="11" name="Slide Number Placeholder 16">
            <a:extLst>
              <a:ext uri="{FF2B5EF4-FFF2-40B4-BE49-F238E27FC236}">
                <a16:creationId xmlns:a16="http://schemas.microsoft.com/office/drawing/2014/main" id="{F0C6F386-0BF0-F40A-7A73-5F370B9C1A41}"/>
              </a:ext>
            </a:extLst>
          </p:cNvPr>
          <p:cNvSpPr txBox="1">
            <a:spLocks/>
          </p:cNvSpPr>
          <p:nvPr/>
        </p:nvSpPr>
        <p:spPr>
          <a:xfrm>
            <a:off x="16009663" y="9824662"/>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21</a:t>
            </a:fld>
            <a:endParaRPr lang="en-US"/>
          </a:p>
        </p:txBody>
      </p:sp>
      <p:pic>
        <p:nvPicPr>
          <p:cNvPr id="5" name="Picture 4">
            <a:extLst>
              <a:ext uri="{FF2B5EF4-FFF2-40B4-BE49-F238E27FC236}">
                <a16:creationId xmlns:a16="http://schemas.microsoft.com/office/drawing/2014/main" id="{75EB2069-AF41-F3B4-DBBD-B3C7B267DD8F}"/>
              </a:ext>
            </a:extLst>
          </p:cNvPr>
          <p:cNvPicPr>
            <a:picLocks noChangeAspect="1"/>
          </p:cNvPicPr>
          <p:nvPr/>
        </p:nvPicPr>
        <p:blipFill>
          <a:blip r:embed="rId5"/>
          <a:stretch>
            <a:fillRect/>
          </a:stretch>
        </p:blipFill>
        <p:spPr>
          <a:xfrm>
            <a:off x="1503671" y="1860115"/>
            <a:ext cx="14677388" cy="7364421"/>
          </a:xfrm>
          <a:prstGeom prst="rect">
            <a:avLst/>
          </a:prstGeom>
        </p:spPr>
      </p:pic>
    </p:spTree>
    <p:extLst>
      <p:ext uri="{BB962C8B-B14F-4D97-AF65-F5344CB8AC3E}">
        <p14:creationId xmlns:p14="http://schemas.microsoft.com/office/powerpoint/2010/main" val="4630705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858A8-A4EB-51AF-7544-86D9CD7587BC}"/>
            </a:ext>
          </a:extLst>
        </p:cNvPr>
        <p:cNvGrpSpPr/>
        <p:nvPr/>
      </p:nvGrpSpPr>
      <p:grpSpPr>
        <a:xfrm>
          <a:off x="0" y="0"/>
          <a:ext cx="0" cy="0"/>
          <a:chOff x="0" y="0"/>
          <a:chExt cx="0" cy="0"/>
        </a:xfrm>
      </p:grpSpPr>
      <p:sp>
        <p:nvSpPr>
          <p:cNvPr id="23" name="Rectángulo 22">
            <a:extLst>
              <a:ext uri="{FF2B5EF4-FFF2-40B4-BE49-F238E27FC236}">
                <a16:creationId xmlns:a16="http://schemas.microsoft.com/office/drawing/2014/main" id="{753C47E2-6A90-7832-1444-FFE1C59E0880}"/>
              </a:ext>
            </a:extLst>
          </p:cNvPr>
          <p:cNvSpPr/>
          <p:nvPr/>
        </p:nvSpPr>
        <p:spPr>
          <a:xfrm>
            <a:off x="0" y="-3921"/>
            <a:ext cx="18288000" cy="1700412"/>
          </a:xfrm>
          <a:prstGeom prst="rect">
            <a:avLst/>
          </a:prstGeom>
          <a:gradFill flip="none" rotWithShape="1">
            <a:gsLst>
              <a:gs pos="0">
                <a:srgbClr val="445240"/>
              </a:gs>
              <a:gs pos="88000">
                <a:srgbClr val="445240">
                  <a:alpha val="17000"/>
                </a:srgbClr>
              </a:gs>
              <a:gs pos="54000">
                <a:srgbClr val="445240">
                  <a:alpha val="64000"/>
                </a:srgbClr>
              </a:gs>
              <a:gs pos="74000">
                <a:srgbClr val="445240">
                  <a:alpha val="49000"/>
                </a:srgbClr>
              </a:gs>
              <a:gs pos="100000">
                <a:srgbClr val="445240">
                  <a:alpha val="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 name="Picture 12" descr="A green number with a white background&#10;&#10;Description automatically generated">
            <a:extLst>
              <a:ext uri="{FF2B5EF4-FFF2-40B4-BE49-F238E27FC236}">
                <a16:creationId xmlns:a16="http://schemas.microsoft.com/office/drawing/2014/main" id="{C17D322F-6CF6-1104-BE30-95BAAAF09FE5}"/>
              </a:ext>
            </a:extLst>
          </p:cNvPr>
          <p:cNvPicPr>
            <a:picLocks noChangeAspect="1"/>
          </p:cNvPicPr>
          <p:nvPr/>
        </p:nvPicPr>
        <p:blipFill>
          <a:blip r:embed="rId3" cstate="print">
            <a:biLevel thresh="25000"/>
            <a:extLst>
              <a:ext uri="{BEBA8EAE-BF5A-486C-A8C5-ECC9F3942E4B}">
                <a14:imgProps xmlns:a14="http://schemas.microsoft.com/office/drawing/2010/main">
                  <a14:imgLayer r:embed="rId4">
                    <a14:imgEffect>
                      <a14:backgroundRemoval t="14524" b="87143" l="1586" r="97260">
                        <a14:foregroundMark x1="16078" y1="39286" x2="16078" y2="39286"/>
                        <a14:foregroundMark x1="6849" y1="41905" x2="6849" y2="41905"/>
                        <a14:foregroundMark x1="50180" y1="55238" x2="50180" y2="55238"/>
                        <a14:foregroundMark x1="30209" y1="87143" x2="30209" y2="87143"/>
                        <a14:foregroundMark x1="60923" y1="54762" x2="60923" y2="54762"/>
                        <a14:foregroundMark x1="72675" y1="57857" x2="72675" y2="57857"/>
                        <a14:foregroundMark x1="89257" y1="44048" x2="89257" y2="44048"/>
                        <a14:foregroundMark x1="97404" y1="31667" x2="97404" y2="31667"/>
                        <a14:foregroundMark x1="5479" y1="62381" x2="5479" y2="62381"/>
                        <a14:foregroundMark x1="1586" y1="84762" x2="1586" y2="84762"/>
                      </a14:backgroundRemoval>
                    </a14:imgEffect>
                    <a14:imgEffect>
                      <a14:artisticTexturizer/>
                    </a14:imgEffect>
                    <a14:imgEffect>
                      <a14:saturation sat="33000"/>
                    </a14:imgEffect>
                  </a14:imgLayer>
                </a14:imgProps>
              </a:ext>
              <a:ext uri="{28A0092B-C50C-407E-A947-70E740481C1C}">
                <a14:useLocalDpi xmlns:a14="http://schemas.microsoft.com/office/drawing/2010/main" val="0"/>
              </a:ext>
            </a:extLst>
          </a:blip>
          <a:srcRect l="486" t="6154" r="583" b="7919"/>
          <a:stretch>
            <a:fillRect/>
          </a:stretch>
        </p:blipFill>
        <p:spPr>
          <a:xfrm>
            <a:off x="14206789" y="159703"/>
            <a:ext cx="3738723" cy="983295"/>
          </a:xfrm>
          <a:prstGeom prst="rect">
            <a:avLst/>
          </a:prstGeom>
        </p:spPr>
      </p:pic>
      <p:sp>
        <p:nvSpPr>
          <p:cNvPr id="3" name="CuadroTexto 2">
            <a:extLst>
              <a:ext uri="{FF2B5EF4-FFF2-40B4-BE49-F238E27FC236}">
                <a16:creationId xmlns:a16="http://schemas.microsoft.com/office/drawing/2014/main" id="{A4CC71A2-8CB0-F104-FC1B-00248AAD110C}"/>
              </a:ext>
            </a:extLst>
          </p:cNvPr>
          <p:cNvSpPr txBox="1"/>
          <p:nvPr/>
        </p:nvSpPr>
        <p:spPr>
          <a:xfrm>
            <a:off x="210429" y="66230"/>
            <a:ext cx="13785932" cy="1323439"/>
          </a:xfrm>
          <a:prstGeom prst="rect">
            <a:avLst/>
          </a:prstGeom>
          <a:noFill/>
        </p:spPr>
        <p:txBody>
          <a:bodyPr wrap="square" rtlCol="0">
            <a:spAutoFit/>
          </a:bodyPr>
          <a:lstStyle/>
          <a:p>
            <a:pPr algn="ctr"/>
            <a:r>
              <a:rPr lang="fr-FR" sz="8000" dirty="0">
                <a:solidFill>
                  <a:schemeClr val="bg1"/>
                </a:solidFill>
                <a:latin typeface="Amasis MT Pro" panose="02040504050005020304" pitchFamily="18" charset="0"/>
                <a:cs typeface="Times New Roman" panose="02020603050405020304" pitchFamily="18" charset="0"/>
              </a:rPr>
              <a:t>Mes travaux de recherche</a:t>
            </a:r>
          </a:p>
        </p:txBody>
      </p:sp>
      <p:sp>
        <p:nvSpPr>
          <p:cNvPr id="11" name="Slide Number Placeholder 16">
            <a:extLst>
              <a:ext uri="{FF2B5EF4-FFF2-40B4-BE49-F238E27FC236}">
                <a16:creationId xmlns:a16="http://schemas.microsoft.com/office/drawing/2014/main" id="{2EB986CE-E8A3-D1F8-1490-C6D4ADBF69DE}"/>
              </a:ext>
            </a:extLst>
          </p:cNvPr>
          <p:cNvSpPr txBox="1">
            <a:spLocks/>
          </p:cNvSpPr>
          <p:nvPr/>
        </p:nvSpPr>
        <p:spPr>
          <a:xfrm>
            <a:off x="16009663" y="9824662"/>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22</a:t>
            </a:fld>
            <a:endParaRPr lang="en-US"/>
          </a:p>
        </p:txBody>
      </p:sp>
      <p:pic>
        <p:nvPicPr>
          <p:cNvPr id="4" name="Picture 3">
            <a:extLst>
              <a:ext uri="{FF2B5EF4-FFF2-40B4-BE49-F238E27FC236}">
                <a16:creationId xmlns:a16="http://schemas.microsoft.com/office/drawing/2014/main" id="{0C9878EC-D2A0-C6FA-450D-C4B556A3D6C1}"/>
              </a:ext>
            </a:extLst>
          </p:cNvPr>
          <p:cNvPicPr>
            <a:picLocks noChangeAspect="1"/>
          </p:cNvPicPr>
          <p:nvPr/>
        </p:nvPicPr>
        <p:blipFill rotWithShape="1">
          <a:blip r:embed="rId5"/>
          <a:srcRect l="848" r="671"/>
          <a:stretch/>
        </p:blipFill>
        <p:spPr>
          <a:xfrm>
            <a:off x="961922" y="4154557"/>
            <a:ext cx="15303982" cy="2630558"/>
          </a:xfrm>
          <a:prstGeom prst="rect">
            <a:avLst/>
          </a:prstGeom>
        </p:spPr>
      </p:pic>
    </p:spTree>
    <p:extLst>
      <p:ext uri="{BB962C8B-B14F-4D97-AF65-F5344CB8AC3E}">
        <p14:creationId xmlns:p14="http://schemas.microsoft.com/office/powerpoint/2010/main" val="42780234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1CB9F-27BC-BF84-B358-8D342618FDB6}"/>
            </a:ext>
          </a:extLst>
        </p:cNvPr>
        <p:cNvGrpSpPr/>
        <p:nvPr/>
      </p:nvGrpSpPr>
      <p:grpSpPr>
        <a:xfrm>
          <a:off x="0" y="0"/>
          <a:ext cx="0" cy="0"/>
          <a:chOff x="0" y="0"/>
          <a:chExt cx="0" cy="0"/>
        </a:xfrm>
      </p:grpSpPr>
      <p:sp>
        <p:nvSpPr>
          <p:cNvPr id="23" name="Rectángulo 22">
            <a:extLst>
              <a:ext uri="{FF2B5EF4-FFF2-40B4-BE49-F238E27FC236}">
                <a16:creationId xmlns:a16="http://schemas.microsoft.com/office/drawing/2014/main" id="{206BAF5B-1D3F-8ABE-C0BD-D6E19413AB1F}"/>
              </a:ext>
            </a:extLst>
          </p:cNvPr>
          <p:cNvSpPr/>
          <p:nvPr/>
        </p:nvSpPr>
        <p:spPr>
          <a:xfrm>
            <a:off x="0" y="-3921"/>
            <a:ext cx="18288000" cy="1700412"/>
          </a:xfrm>
          <a:prstGeom prst="rect">
            <a:avLst/>
          </a:prstGeom>
          <a:gradFill flip="none" rotWithShape="1">
            <a:gsLst>
              <a:gs pos="0">
                <a:srgbClr val="445240"/>
              </a:gs>
              <a:gs pos="88000">
                <a:srgbClr val="445240">
                  <a:alpha val="17000"/>
                </a:srgbClr>
              </a:gs>
              <a:gs pos="54000">
                <a:srgbClr val="445240">
                  <a:alpha val="64000"/>
                </a:srgbClr>
              </a:gs>
              <a:gs pos="74000">
                <a:srgbClr val="445240">
                  <a:alpha val="49000"/>
                </a:srgbClr>
              </a:gs>
              <a:gs pos="100000">
                <a:srgbClr val="445240">
                  <a:alpha val="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latin typeface="Amasis MT Pro" panose="02040504050005020304" pitchFamily="18" charset="0"/>
            </a:endParaRPr>
          </a:p>
        </p:txBody>
      </p:sp>
      <p:pic>
        <p:nvPicPr>
          <p:cNvPr id="2" name="Picture 12" descr="A green number with a white background&#10;&#10;Description automatically generated">
            <a:extLst>
              <a:ext uri="{FF2B5EF4-FFF2-40B4-BE49-F238E27FC236}">
                <a16:creationId xmlns:a16="http://schemas.microsoft.com/office/drawing/2014/main" id="{1CA988FD-EAB3-0258-309A-F2E3E11A566A}"/>
              </a:ext>
            </a:extLst>
          </p:cNvPr>
          <p:cNvPicPr>
            <a:picLocks noChangeAspect="1"/>
          </p:cNvPicPr>
          <p:nvPr/>
        </p:nvPicPr>
        <p:blipFill>
          <a:blip r:embed="rId3" cstate="print">
            <a:biLevel thresh="25000"/>
            <a:extLst>
              <a:ext uri="{BEBA8EAE-BF5A-486C-A8C5-ECC9F3942E4B}">
                <a14:imgProps xmlns:a14="http://schemas.microsoft.com/office/drawing/2010/main">
                  <a14:imgLayer r:embed="rId4">
                    <a14:imgEffect>
                      <a14:backgroundRemoval t="14524" b="87143" l="1586" r="97260">
                        <a14:foregroundMark x1="16078" y1="39286" x2="16078" y2="39286"/>
                        <a14:foregroundMark x1="6849" y1="41905" x2="6849" y2="41905"/>
                        <a14:foregroundMark x1="50180" y1="55238" x2="50180" y2="55238"/>
                        <a14:foregroundMark x1="30209" y1="87143" x2="30209" y2="87143"/>
                        <a14:foregroundMark x1="60923" y1="54762" x2="60923" y2="54762"/>
                        <a14:foregroundMark x1="72675" y1="57857" x2="72675" y2="57857"/>
                        <a14:foregroundMark x1="89257" y1="44048" x2="89257" y2="44048"/>
                        <a14:foregroundMark x1="97404" y1="31667" x2="97404" y2="31667"/>
                        <a14:foregroundMark x1="5479" y1="62381" x2="5479" y2="62381"/>
                        <a14:foregroundMark x1="1586" y1="84762" x2="1586" y2="84762"/>
                      </a14:backgroundRemoval>
                    </a14:imgEffect>
                    <a14:imgEffect>
                      <a14:artisticTexturizer/>
                    </a14:imgEffect>
                    <a14:imgEffect>
                      <a14:saturation sat="33000"/>
                    </a14:imgEffect>
                  </a14:imgLayer>
                </a14:imgProps>
              </a:ext>
              <a:ext uri="{28A0092B-C50C-407E-A947-70E740481C1C}">
                <a14:useLocalDpi xmlns:a14="http://schemas.microsoft.com/office/drawing/2010/main" val="0"/>
              </a:ext>
            </a:extLst>
          </a:blip>
          <a:srcRect l="486" t="6154" r="583" b="7919"/>
          <a:stretch>
            <a:fillRect/>
          </a:stretch>
        </p:blipFill>
        <p:spPr>
          <a:xfrm>
            <a:off x="14206789" y="159703"/>
            <a:ext cx="3738723" cy="983295"/>
          </a:xfrm>
          <a:prstGeom prst="rect">
            <a:avLst/>
          </a:prstGeom>
        </p:spPr>
      </p:pic>
      <p:sp>
        <p:nvSpPr>
          <p:cNvPr id="3" name="CuadroTexto 2">
            <a:extLst>
              <a:ext uri="{FF2B5EF4-FFF2-40B4-BE49-F238E27FC236}">
                <a16:creationId xmlns:a16="http://schemas.microsoft.com/office/drawing/2014/main" id="{3D3CC580-FCE8-D2C2-300D-43B8136064FD}"/>
              </a:ext>
            </a:extLst>
          </p:cNvPr>
          <p:cNvSpPr txBox="1"/>
          <p:nvPr/>
        </p:nvSpPr>
        <p:spPr>
          <a:xfrm>
            <a:off x="210429" y="66230"/>
            <a:ext cx="13785932" cy="1323439"/>
          </a:xfrm>
          <a:prstGeom prst="rect">
            <a:avLst/>
          </a:prstGeom>
          <a:noFill/>
        </p:spPr>
        <p:txBody>
          <a:bodyPr wrap="square" rtlCol="0">
            <a:spAutoFit/>
          </a:bodyPr>
          <a:lstStyle/>
          <a:p>
            <a:pPr algn="ctr"/>
            <a:r>
              <a:rPr lang="fr-FR" sz="8000" dirty="0">
                <a:solidFill>
                  <a:schemeClr val="bg1"/>
                </a:solidFill>
                <a:latin typeface="Amasis MT Pro" panose="02040504050005020304" pitchFamily="18" charset="0"/>
                <a:cs typeface="Times New Roman" panose="02020603050405020304" pitchFamily="18" charset="0"/>
              </a:rPr>
              <a:t>Mes travaux de recherche</a:t>
            </a:r>
          </a:p>
        </p:txBody>
      </p:sp>
      <p:sp>
        <p:nvSpPr>
          <p:cNvPr id="11" name="Slide Number Placeholder 16">
            <a:extLst>
              <a:ext uri="{FF2B5EF4-FFF2-40B4-BE49-F238E27FC236}">
                <a16:creationId xmlns:a16="http://schemas.microsoft.com/office/drawing/2014/main" id="{7FFD11EF-65E9-C9DF-D23E-3A9253CA38AA}"/>
              </a:ext>
            </a:extLst>
          </p:cNvPr>
          <p:cNvSpPr txBox="1">
            <a:spLocks/>
          </p:cNvSpPr>
          <p:nvPr/>
        </p:nvSpPr>
        <p:spPr>
          <a:xfrm>
            <a:off x="16009663" y="9824662"/>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23</a:t>
            </a:fld>
            <a:endParaRPr lang="en-US"/>
          </a:p>
        </p:txBody>
      </p:sp>
      <p:sp>
        <p:nvSpPr>
          <p:cNvPr id="7" name="CuadroTexto 11">
            <a:extLst>
              <a:ext uri="{FF2B5EF4-FFF2-40B4-BE49-F238E27FC236}">
                <a16:creationId xmlns:a16="http://schemas.microsoft.com/office/drawing/2014/main" id="{D792A876-DAE6-AD8C-C462-E4C0C8BA16BA}"/>
              </a:ext>
            </a:extLst>
          </p:cNvPr>
          <p:cNvSpPr txBox="1"/>
          <p:nvPr/>
        </p:nvSpPr>
        <p:spPr>
          <a:xfrm>
            <a:off x="7281364" y="9259677"/>
            <a:ext cx="3725272" cy="646331"/>
          </a:xfrm>
          <a:prstGeom prst="rect">
            <a:avLst/>
          </a:prstGeom>
          <a:noFill/>
        </p:spPr>
        <p:txBody>
          <a:bodyPr wrap="square" rtlCol="0">
            <a:spAutoFit/>
          </a:bodyPr>
          <a:lstStyle/>
          <a:p>
            <a:endParaRPr lang="fr-FR" dirty="0">
              <a:solidFill>
                <a:schemeClr val="accent3">
                  <a:lumMod val="50000"/>
                </a:schemeClr>
              </a:solidFill>
              <a:latin typeface="Times New Roman" panose="02020603050405020304" pitchFamily="18" charset="0"/>
              <a:cs typeface="Times New Roman" panose="02020603050405020304" pitchFamily="18" charset="0"/>
            </a:endParaRPr>
          </a:p>
          <a:p>
            <a:r>
              <a:rPr lang="fr-FR" dirty="0">
                <a:solidFill>
                  <a:schemeClr val="accent3">
                    <a:lumMod val="50000"/>
                  </a:schemeClr>
                </a:solidFill>
                <a:latin typeface="Times New Roman" panose="02020603050405020304" pitchFamily="18" charset="0"/>
                <a:cs typeface="Times New Roman" panose="02020603050405020304" pitchFamily="18" charset="0"/>
              </a:rPr>
              <a:t>Sources: Suescun Gonzalez 2026</a:t>
            </a:r>
          </a:p>
        </p:txBody>
      </p:sp>
      <p:pic>
        <p:nvPicPr>
          <p:cNvPr id="4" name="Picture 3">
            <a:extLst>
              <a:ext uri="{FF2B5EF4-FFF2-40B4-BE49-F238E27FC236}">
                <a16:creationId xmlns:a16="http://schemas.microsoft.com/office/drawing/2014/main" id="{CFC68C9A-9B41-C322-F8AD-A8AAE3CAE3FC}"/>
              </a:ext>
            </a:extLst>
          </p:cNvPr>
          <p:cNvPicPr>
            <a:picLocks noChangeAspect="1"/>
          </p:cNvPicPr>
          <p:nvPr/>
        </p:nvPicPr>
        <p:blipFill>
          <a:blip r:embed="rId5"/>
          <a:stretch>
            <a:fillRect/>
          </a:stretch>
        </p:blipFill>
        <p:spPr>
          <a:xfrm>
            <a:off x="389950" y="2752617"/>
            <a:ext cx="16731859" cy="5504744"/>
          </a:xfrm>
          <a:prstGeom prst="rect">
            <a:avLst/>
          </a:prstGeom>
        </p:spPr>
      </p:pic>
    </p:spTree>
    <p:extLst>
      <p:ext uri="{BB962C8B-B14F-4D97-AF65-F5344CB8AC3E}">
        <p14:creationId xmlns:p14="http://schemas.microsoft.com/office/powerpoint/2010/main" val="6669340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C44EA3-67D0-E371-E5F4-D57DBECCE21A}"/>
            </a:ext>
          </a:extLst>
        </p:cNvPr>
        <p:cNvGrpSpPr/>
        <p:nvPr/>
      </p:nvGrpSpPr>
      <p:grpSpPr>
        <a:xfrm>
          <a:off x="0" y="0"/>
          <a:ext cx="0" cy="0"/>
          <a:chOff x="0" y="0"/>
          <a:chExt cx="0" cy="0"/>
        </a:xfrm>
      </p:grpSpPr>
      <p:sp>
        <p:nvSpPr>
          <p:cNvPr id="23" name="Rectángulo 22">
            <a:extLst>
              <a:ext uri="{FF2B5EF4-FFF2-40B4-BE49-F238E27FC236}">
                <a16:creationId xmlns:a16="http://schemas.microsoft.com/office/drawing/2014/main" id="{FE48735B-4D04-8EC4-A9A9-BFDF6CAF4F41}"/>
              </a:ext>
            </a:extLst>
          </p:cNvPr>
          <p:cNvSpPr/>
          <p:nvPr/>
        </p:nvSpPr>
        <p:spPr>
          <a:xfrm>
            <a:off x="0" y="-3921"/>
            <a:ext cx="18288000" cy="1700412"/>
          </a:xfrm>
          <a:prstGeom prst="rect">
            <a:avLst/>
          </a:prstGeom>
          <a:gradFill flip="none" rotWithShape="1">
            <a:gsLst>
              <a:gs pos="0">
                <a:srgbClr val="445240"/>
              </a:gs>
              <a:gs pos="88000">
                <a:srgbClr val="445240">
                  <a:alpha val="17000"/>
                </a:srgbClr>
              </a:gs>
              <a:gs pos="54000">
                <a:srgbClr val="445240">
                  <a:alpha val="64000"/>
                </a:srgbClr>
              </a:gs>
              <a:gs pos="74000">
                <a:srgbClr val="445240">
                  <a:alpha val="49000"/>
                </a:srgbClr>
              </a:gs>
              <a:gs pos="100000">
                <a:srgbClr val="445240">
                  <a:alpha val="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latin typeface="Amasis MT Pro" panose="02040504050005020304" pitchFamily="18" charset="0"/>
            </a:endParaRPr>
          </a:p>
        </p:txBody>
      </p:sp>
      <p:pic>
        <p:nvPicPr>
          <p:cNvPr id="2" name="Picture 12" descr="A green number with a white background&#10;&#10;Description automatically generated">
            <a:extLst>
              <a:ext uri="{FF2B5EF4-FFF2-40B4-BE49-F238E27FC236}">
                <a16:creationId xmlns:a16="http://schemas.microsoft.com/office/drawing/2014/main" id="{950C4C59-3A95-E102-A841-E8E4FE2B0B4C}"/>
              </a:ext>
            </a:extLst>
          </p:cNvPr>
          <p:cNvPicPr>
            <a:picLocks noChangeAspect="1"/>
          </p:cNvPicPr>
          <p:nvPr/>
        </p:nvPicPr>
        <p:blipFill>
          <a:blip r:embed="rId3" cstate="print">
            <a:biLevel thresh="25000"/>
            <a:extLst>
              <a:ext uri="{BEBA8EAE-BF5A-486C-A8C5-ECC9F3942E4B}">
                <a14:imgProps xmlns:a14="http://schemas.microsoft.com/office/drawing/2010/main">
                  <a14:imgLayer r:embed="rId4">
                    <a14:imgEffect>
                      <a14:backgroundRemoval t="14524" b="87143" l="1586" r="97260">
                        <a14:foregroundMark x1="16078" y1="39286" x2="16078" y2="39286"/>
                        <a14:foregroundMark x1="6849" y1="41905" x2="6849" y2="41905"/>
                        <a14:foregroundMark x1="50180" y1="55238" x2="50180" y2="55238"/>
                        <a14:foregroundMark x1="30209" y1="87143" x2="30209" y2="87143"/>
                        <a14:foregroundMark x1="60923" y1="54762" x2="60923" y2="54762"/>
                        <a14:foregroundMark x1="72675" y1="57857" x2="72675" y2="57857"/>
                        <a14:foregroundMark x1="89257" y1="44048" x2="89257" y2="44048"/>
                        <a14:foregroundMark x1="97404" y1="31667" x2="97404" y2="31667"/>
                        <a14:foregroundMark x1="5479" y1="62381" x2="5479" y2="62381"/>
                        <a14:foregroundMark x1="1586" y1="84762" x2="1586" y2="84762"/>
                      </a14:backgroundRemoval>
                    </a14:imgEffect>
                    <a14:imgEffect>
                      <a14:artisticTexturizer/>
                    </a14:imgEffect>
                    <a14:imgEffect>
                      <a14:saturation sat="33000"/>
                    </a14:imgEffect>
                  </a14:imgLayer>
                </a14:imgProps>
              </a:ext>
              <a:ext uri="{28A0092B-C50C-407E-A947-70E740481C1C}">
                <a14:useLocalDpi xmlns:a14="http://schemas.microsoft.com/office/drawing/2010/main" val="0"/>
              </a:ext>
            </a:extLst>
          </a:blip>
          <a:srcRect l="486" t="6154" r="583" b="7919"/>
          <a:stretch>
            <a:fillRect/>
          </a:stretch>
        </p:blipFill>
        <p:spPr>
          <a:xfrm>
            <a:off x="14206789" y="159703"/>
            <a:ext cx="3738723" cy="983295"/>
          </a:xfrm>
          <a:prstGeom prst="rect">
            <a:avLst/>
          </a:prstGeom>
        </p:spPr>
      </p:pic>
      <p:sp>
        <p:nvSpPr>
          <p:cNvPr id="3" name="CuadroTexto 2">
            <a:extLst>
              <a:ext uri="{FF2B5EF4-FFF2-40B4-BE49-F238E27FC236}">
                <a16:creationId xmlns:a16="http://schemas.microsoft.com/office/drawing/2014/main" id="{D7897BC8-C3ED-598B-DF24-C7B7A9A1FD6C}"/>
              </a:ext>
            </a:extLst>
          </p:cNvPr>
          <p:cNvSpPr txBox="1"/>
          <p:nvPr/>
        </p:nvSpPr>
        <p:spPr>
          <a:xfrm>
            <a:off x="210429" y="66230"/>
            <a:ext cx="13785932" cy="1323439"/>
          </a:xfrm>
          <a:prstGeom prst="rect">
            <a:avLst/>
          </a:prstGeom>
          <a:noFill/>
        </p:spPr>
        <p:txBody>
          <a:bodyPr wrap="square" rtlCol="0">
            <a:spAutoFit/>
          </a:bodyPr>
          <a:lstStyle/>
          <a:p>
            <a:pPr algn="ctr"/>
            <a:r>
              <a:rPr lang="fr-FR" sz="8000" dirty="0">
                <a:solidFill>
                  <a:schemeClr val="bg1"/>
                </a:solidFill>
                <a:latin typeface="Amasis MT Pro" panose="02040504050005020304" pitchFamily="18" charset="0"/>
                <a:cs typeface="Times New Roman" panose="02020603050405020304" pitchFamily="18" charset="0"/>
              </a:rPr>
              <a:t>Mes travaux de recherche</a:t>
            </a:r>
          </a:p>
        </p:txBody>
      </p:sp>
      <p:sp>
        <p:nvSpPr>
          <p:cNvPr id="11" name="Slide Number Placeholder 16">
            <a:extLst>
              <a:ext uri="{FF2B5EF4-FFF2-40B4-BE49-F238E27FC236}">
                <a16:creationId xmlns:a16="http://schemas.microsoft.com/office/drawing/2014/main" id="{11778B9E-9210-41CE-A385-C2064B86488D}"/>
              </a:ext>
            </a:extLst>
          </p:cNvPr>
          <p:cNvSpPr txBox="1">
            <a:spLocks/>
          </p:cNvSpPr>
          <p:nvPr/>
        </p:nvSpPr>
        <p:spPr>
          <a:xfrm>
            <a:off x="16009663" y="9824662"/>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24</a:t>
            </a:fld>
            <a:endParaRPr lang="en-US"/>
          </a:p>
        </p:txBody>
      </p:sp>
      <p:sp>
        <p:nvSpPr>
          <p:cNvPr id="7" name="CuadroTexto 11">
            <a:extLst>
              <a:ext uri="{FF2B5EF4-FFF2-40B4-BE49-F238E27FC236}">
                <a16:creationId xmlns:a16="http://schemas.microsoft.com/office/drawing/2014/main" id="{111ECCE3-0052-066C-CCE9-46831DF30E31}"/>
              </a:ext>
            </a:extLst>
          </p:cNvPr>
          <p:cNvSpPr txBox="1"/>
          <p:nvPr/>
        </p:nvSpPr>
        <p:spPr>
          <a:xfrm>
            <a:off x="7281364" y="9259677"/>
            <a:ext cx="3725272" cy="646331"/>
          </a:xfrm>
          <a:prstGeom prst="rect">
            <a:avLst/>
          </a:prstGeom>
          <a:noFill/>
        </p:spPr>
        <p:txBody>
          <a:bodyPr wrap="square" rtlCol="0">
            <a:spAutoFit/>
          </a:bodyPr>
          <a:lstStyle/>
          <a:p>
            <a:endParaRPr lang="fr-FR" dirty="0">
              <a:solidFill>
                <a:schemeClr val="accent3">
                  <a:lumMod val="50000"/>
                </a:schemeClr>
              </a:solidFill>
              <a:latin typeface="Amasis MT Pro" panose="02040504050005020304" pitchFamily="18" charset="0"/>
              <a:cs typeface="Times New Roman" panose="02020603050405020304" pitchFamily="18" charset="0"/>
            </a:endParaRPr>
          </a:p>
          <a:p>
            <a:r>
              <a:rPr lang="fr-FR" dirty="0">
                <a:solidFill>
                  <a:schemeClr val="accent3">
                    <a:lumMod val="50000"/>
                  </a:schemeClr>
                </a:solidFill>
                <a:latin typeface="Amasis MT Pro" panose="02040504050005020304" pitchFamily="18" charset="0"/>
                <a:cs typeface="Times New Roman" panose="02020603050405020304" pitchFamily="18" charset="0"/>
              </a:rPr>
              <a:t>Sources: Suescun Gonzalez 2026</a:t>
            </a:r>
          </a:p>
        </p:txBody>
      </p:sp>
      <p:grpSp>
        <p:nvGrpSpPr>
          <p:cNvPr id="5" name="Group 4">
            <a:extLst>
              <a:ext uri="{FF2B5EF4-FFF2-40B4-BE49-F238E27FC236}">
                <a16:creationId xmlns:a16="http://schemas.microsoft.com/office/drawing/2014/main" id="{F54672D5-9823-D055-925F-016C22C8A683}"/>
              </a:ext>
            </a:extLst>
          </p:cNvPr>
          <p:cNvGrpSpPr/>
          <p:nvPr/>
        </p:nvGrpSpPr>
        <p:grpSpPr>
          <a:xfrm>
            <a:off x="1629981" y="1918168"/>
            <a:ext cx="15028038" cy="7073296"/>
            <a:chOff x="806245" y="1229033"/>
            <a:chExt cx="10846899" cy="5079990"/>
          </a:xfrm>
        </p:grpSpPr>
        <p:pic>
          <p:nvPicPr>
            <p:cNvPr id="6" name="Graphic 5">
              <a:extLst>
                <a:ext uri="{FF2B5EF4-FFF2-40B4-BE49-F238E27FC236}">
                  <a16:creationId xmlns:a16="http://schemas.microsoft.com/office/drawing/2014/main" id="{48EBAAE3-D061-FAB4-179C-4501EF5A423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06245" y="1229033"/>
              <a:ext cx="10090355" cy="4595340"/>
            </a:xfrm>
            <a:prstGeom prst="rect">
              <a:avLst/>
            </a:prstGeom>
          </p:spPr>
        </p:pic>
        <p:sp>
          <p:nvSpPr>
            <p:cNvPr id="9" name="TextBox 8">
              <a:extLst>
                <a:ext uri="{FF2B5EF4-FFF2-40B4-BE49-F238E27FC236}">
                  <a16:creationId xmlns:a16="http://schemas.microsoft.com/office/drawing/2014/main" id="{F294557A-6E7A-A2DE-276D-979E3D96D506}"/>
                </a:ext>
              </a:extLst>
            </p:cNvPr>
            <p:cNvSpPr txBox="1"/>
            <p:nvPr/>
          </p:nvSpPr>
          <p:spPr>
            <a:xfrm>
              <a:off x="3512444" y="6087980"/>
              <a:ext cx="8140700" cy="221043"/>
            </a:xfrm>
            <a:prstGeom prst="rect">
              <a:avLst/>
            </a:prstGeom>
            <a:noFill/>
          </p:spPr>
          <p:txBody>
            <a:bodyPr wrap="square">
              <a:spAutoFit/>
            </a:bodyPr>
            <a:lstStyle/>
            <a:p>
              <a:r>
                <a:rPr lang="en-US" sz="1400" noProof="0" dirty="0">
                  <a:solidFill>
                    <a:srgbClr val="445240"/>
                  </a:solidFill>
                  <a:latin typeface="Times New Roman" panose="02020603050405020304" pitchFamily="18" charset="0"/>
                  <a:cs typeface="Times New Roman" panose="02020603050405020304" pitchFamily="18" charset="0"/>
                </a:rPr>
                <a:t>Closed-loop recycling framework for distributed recycling via additive manufacturing (DRAM) process.</a:t>
              </a:r>
            </a:p>
          </p:txBody>
        </p:sp>
      </p:grpSp>
      <p:sp>
        <p:nvSpPr>
          <p:cNvPr id="10" name="Rectangle 9">
            <a:extLst>
              <a:ext uri="{FF2B5EF4-FFF2-40B4-BE49-F238E27FC236}">
                <a16:creationId xmlns:a16="http://schemas.microsoft.com/office/drawing/2014/main" id="{FBBBBF4B-2AB9-73B3-F8EB-5678DA62C3EA}"/>
              </a:ext>
            </a:extLst>
          </p:cNvPr>
          <p:cNvSpPr/>
          <p:nvPr/>
        </p:nvSpPr>
        <p:spPr>
          <a:xfrm>
            <a:off x="1514847" y="4109171"/>
            <a:ext cx="14087440" cy="2596966"/>
          </a:xfrm>
          <a:prstGeom prst="rect">
            <a:avLst/>
          </a:prstGeom>
          <a:noFill/>
          <a:ln w="57150" cap="flat" cmpd="sng" algn="ctr">
            <a:solidFill>
              <a:schemeClr val="tx2">
                <a:lumMod val="50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noProof="0" dirty="0">
              <a:solidFill>
                <a:schemeClr val="tx2">
                  <a:lumMod val="50000"/>
                </a:schemeClr>
              </a:solidFill>
            </a:endParaRPr>
          </a:p>
        </p:txBody>
      </p:sp>
      <p:sp>
        <p:nvSpPr>
          <p:cNvPr id="15" name="Arrow: Right 14">
            <a:extLst>
              <a:ext uri="{FF2B5EF4-FFF2-40B4-BE49-F238E27FC236}">
                <a16:creationId xmlns:a16="http://schemas.microsoft.com/office/drawing/2014/main" id="{A37A79F5-7971-900A-3C2E-D064CA65E9E6}"/>
              </a:ext>
            </a:extLst>
          </p:cNvPr>
          <p:cNvSpPr/>
          <p:nvPr/>
        </p:nvSpPr>
        <p:spPr>
          <a:xfrm>
            <a:off x="7871630" y="5640160"/>
            <a:ext cx="1272370" cy="880240"/>
          </a:xfrm>
          <a:prstGeom prst="rightArrow">
            <a:avLst/>
          </a:prstGeom>
          <a:solidFill>
            <a:schemeClr val="tx2">
              <a:lumMod val="50000"/>
              <a:alpha val="50000"/>
            </a:schemeClr>
          </a:solidFill>
          <a:ln>
            <a:solidFill>
              <a:schemeClr val="tx2">
                <a:lumMod val="50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16116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4720D1-0464-B929-8C3E-59CF944A1AA9}"/>
            </a:ext>
          </a:extLst>
        </p:cNvPr>
        <p:cNvGrpSpPr/>
        <p:nvPr/>
      </p:nvGrpSpPr>
      <p:grpSpPr>
        <a:xfrm>
          <a:off x="0" y="0"/>
          <a:ext cx="0" cy="0"/>
          <a:chOff x="0" y="0"/>
          <a:chExt cx="0" cy="0"/>
        </a:xfrm>
      </p:grpSpPr>
      <p:sp>
        <p:nvSpPr>
          <p:cNvPr id="23" name="Rectángulo 22">
            <a:extLst>
              <a:ext uri="{FF2B5EF4-FFF2-40B4-BE49-F238E27FC236}">
                <a16:creationId xmlns:a16="http://schemas.microsoft.com/office/drawing/2014/main" id="{FC934308-E185-C75B-A3F4-98845C30C5EA}"/>
              </a:ext>
            </a:extLst>
          </p:cNvPr>
          <p:cNvSpPr/>
          <p:nvPr/>
        </p:nvSpPr>
        <p:spPr>
          <a:xfrm>
            <a:off x="0" y="-3921"/>
            <a:ext cx="18288000" cy="1700412"/>
          </a:xfrm>
          <a:prstGeom prst="rect">
            <a:avLst/>
          </a:prstGeom>
          <a:gradFill flip="none" rotWithShape="1">
            <a:gsLst>
              <a:gs pos="0">
                <a:srgbClr val="445240"/>
              </a:gs>
              <a:gs pos="88000">
                <a:srgbClr val="445240">
                  <a:alpha val="17000"/>
                </a:srgbClr>
              </a:gs>
              <a:gs pos="54000">
                <a:srgbClr val="445240">
                  <a:alpha val="64000"/>
                </a:srgbClr>
              </a:gs>
              <a:gs pos="74000">
                <a:srgbClr val="445240">
                  <a:alpha val="49000"/>
                </a:srgbClr>
              </a:gs>
              <a:gs pos="100000">
                <a:srgbClr val="445240">
                  <a:alpha val="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 name="Picture 12" descr="A green number with a white background&#10;&#10;Description automatically generated">
            <a:extLst>
              <a:ext uri="{FF2B5EF4-FFF2-40B4-BE49-F238E27FC236}">
                <a16:creationId xmlns:a16="http://schemas.microsoft.com/office/drawing/2014/main" id="{975D34F4-15A3-7044-28A8-34CEDA6C0E28}"/>
              </a:ext>
            </a:extLst>
          </p:cNvPr>
          <p:cNvPicPr>
            <a:picLocks noChangeAspect="1"/>
          </p:cNvPicPr>
          <p:nvPr/>
        </p:nvPicPr>
        <p:blipFill>
          <a:blip r:embed="rId3" cstate="print">
            <a:biLevel thresh="25000"/>
            <a:extLst>
              <a:ext uri="{BEBA8EAE-BF5A-486C-A8C5-ECC9F3942E4B}">
                <a14:imgProps xmlns:a14="http://schemas.microsoft.com/office/drawing/2010/main">
                  <a14:imgLayer r:embed="rId4">
                    <a14:imgEffect>
                      <a14:backgroundRemoval t="14524" b="87143" l="1586" r="97260">
                        <a14:foregroundMark x1="16078" y1="39286" x2="16078" y2="39286"/>
                        <a14:foregroundMark x1="6849" y1="41905" x2="6849" y2="41905"/>
                        <a14:foregroundMark x1="50180" y1="55238" x2="50180" y2="55238"/>
                        <a14:foregroundMark x1="30209" y1="87143" x2="30209" y2="87143"/>
                        <a14:foregroundMark x1="60923" y1="54762" x2="60923" y2="54762"/>
                        <a14:foregroundMark x1="72675" y1="57857" x2="72675" y2="57857"/>
                        <a14:foregroundMark x1="89257" y1="44048" x2="89257" y2="44048"/>
                        <a14:foregroundMark x1="97404" y1="31667" x2="97404" y2="31667"/>
                        <a14:foregroundMark x1="5479" y1="62381" x2="5479" y2="62381"/>
                        <a14:foregroundMark x1="1586" y1="84762" x2="1586" y2="84762"/>
                      </a14:backgroundRemoval>
                    </a14:imgEffect>
                    <a14:imgEffect>
                      <a14:artisticTexturizer/>
                    </a14:imgEffect>
                    <a14:imgEffect>
                      <a14:saturation sat="33000"/>
                    </a14:imgEffect>
                  </a14:imgLayer>
                </a14:imgProps>
              </a:ext>
              <a:ext uri="{28A0092B-C50C-407E-A947-70E740481C1C}">
                <a14:useLocalDpi xmlns:a14="http://schemas.microsoft.com/office/drawing/2010/main" val="0"/>
              </a:ext>
            </a:extLst>
          </a:blip>
          <a:srcRect l="486" t="6154" r="583" b="7919"/>
          <a:stretch>
            <a:fillRect/>
          </a:stretch>
        </p:blipFill>
        <p:spPr>
          <a:xfrm>
            <a:off x="14206789" y="159703"/>
            <a:ext cx="3738723" cy="983295"/>
          </a:xfrm>
          <a:prstGeom prst="rect">
            <a:avLst/>
          </a:prstGeom>
        </p:spPr>
      </p:pic>
      <p:sp>
        <p:nvSpPr>
          <p:cNvPr id="3" name="CuadroTexto 2">
            <a:extLst>
              <a:ext uri="{FF2B5EF4-FFF2-40B4-BE49-F238E27FC236}">
                <a16:creationId xmlns:a16="http://schemas.microsoft.com/office/drawing/2014/main" id="{55C45561-C129-42C8-1FB3-B081C5FEA568}"/>
              </a:ext>
            </a:extLst>
          </p:cNvPr>
          <p:cNvSpPr txBox="1"/>
          <p:nvPr/>
        </p:nvSpPr>
        <p:spPr>
          <a:xfrm>
            <a:off x="-737118" y="66230"/>
            <a:ext cx="14733479" cy="1200329"/>
          </a:xfrm>
          <a:prstGeom prst="rect">
            <a:avLst/>
          </a:prstGeom>
          <a:noFill/>
        </p:spPr>
        <p:txBody>
          <a:bodyPr wrap="square" rtlCol="0">
            <a:spAutoFit/>
          </a:bodyPr>
          <a:lstStyle/>
          <a:p>
            <a:pPr algn="ctr"/>
            <a:r>
              <a:rPr lang="fr-FR" sz="7200" dirty="0">
                <a:solidFill>
                  <a:schemeClr val="bg1"/>
                </a:solidFill>
                <a:latin typeface="Amasis MT Pro" panose="02040504050005020304" pitchFamily="18" charset="0"/>
                <a:cs typeface="Times New Roman" panose="02020603050405020304" pitchFamily="18" charset="0"/>
              </a:rPr>
              <a:t>Flux de plastique petite couronne </a:t>
            </a:r>
          </a:p>
        </p:txBody>
      </p:sp>
      <p:sp>
        <p:nvSpPr>
          <p:cNvPr id="11" name="Slide Number Placeholder 16">
            <a:extLst>
              <a:ext uri="{FF2B5EF4-FFF2-40B4-BE49-F238E27FC236}">
                <a16:creationId xmlns:a16="http://schemas.microsoft.com/office/drawing/2014/main" id="{79474D07-ED07-1EF7-A6B5-58ECAF355C88}"/>
              </a:ext>
            </a:extLst>
          </p:cNvPr>
          <p:cNvSpPr txBox="1">
            <a:spLocks/>
          </p:cNvSpPr>
          <p:nvPr/>
        </p:nvSpPr>
        <p:spPr>
          <a:xfrm>
            <a:off x="16009663" y="9824662"/>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25</a:t>
            </a:fld>
            <a:endParaRPr lang="en-US"/>
          </a:p>
        </p:txBody>
      </p:sp>
      <p:pic>
        <p:nvPicPr>
          <p:cNvPr id="6" name="Picture 5">
            <a:extLst>
              <a:ext uri="{FF2B5EF4-FFF2-40B4-BE49-F238E27FC236}">
                <a16:creationId xmlns:a16="http://schemas.microsoft.com/office/drawing/2014/main" id="{BAF926BA-0C24-DF0B-A6A7-90B945F84819}"/>
              </a:ext>
            </a:extLst>
          </p:cNvPr>
          <p:cNvPicPr>
            <a:picLocks noChangeAspect="1"/>
          </p:cNvPicPr>
          <p:nvPr/>
        </p:nvPicPr>
        <p:blipFill>
          <a:blip r:embed="rId5"/>
          <a:stretch>
            <a:fillRect/>
          </a:stretch>
        </p:blipFill>
        <p:spPr>
          <a:xfrm>
            <a:off x="2285998" y="2159172"/>
            <a:ext cx="12471631" cy="7093240"/>
          </a:xfrm>
          <a:prstGeom prst="rect">
            <a:avLst/>
          </a:prstGeom>
        </p:spPr>
      </p:pic>
      <p:sp>
        <p:nvSpPr>
          <p:cNvPr id="7" name="CuadroTexto 11">
            <a:extLst>
              <a:ext uri="{FF2B5EF4-FFF2-40B4-BE49-F238E27FC236}">
                <a16:creationId xmlns:a16="http://schemas.microsoft.com/office/drawing/2014/main" id="{0B2AB0DB-1AB0-AA28-9B9A-CC2E45B30BD0}"/>
              </a:ext>
            </a:extLst>
          </p:cNvPr>
          <p:cNvSpPr txBox="1"/>
          <p:nvPr/>
        </p:nvSpPr>
        <p:spPr>
          <a:xfrm>
            <a:off x="2650006" y="9252412"/>
            <a:ext cx="3725272" cy="646331"/>
          </a:xfrm>
          <a:prstGeom prst="rect">
            <a:avLst/>
          </a:prstGeom>
          <a:noFill/>
        </p:spPr>
        <p:txBody>
          <a:bodyPr wrap="square" rtlCol="0">
            <a:spAutoFit/>
          </a:bodyPr>
          <a:lstStyle/>
          <a:p>
            <a:endParaRPr lang="fr-FR" dirty="0">
              <a:solidFill>
                <a:schemeClr val="accent3">
                  <a:lumMod val="50000"/>
                </a:schemeClr>
              </a:solidFill>
              <a:latin typeface="Amasis MT Pro" panose="02040504050005020304" pitchFamily="18" charset="0"/>
              <a:cs typeface="Times New Roman" panose="02020603050405020304" pitchFamily="18" charset="0"/>
            </a:endParaRPr>
          </a:p>
          <a:p>
            <a:r>
              <a:rPr lang="fr-FR" dirty="0">
                <a:solidFill>
                  <a:schemeClr val="accent3">
                    <a:lumMod val="50000"/>
                  </a:schemeClr>
                </a:solidFill>
                <a:latin typeface="Amasis MT Pro" panose="02040504050005020304" pitchFamily="18" charset="0"/>
                <a:cs typeface="Times New Roman" panose="02020603050405020304" pitchFamily="18" charset="0"/>
              </a:rPr>
              <a:t>Sources: Caceres Mendoza 2026</a:t>
            </a:r>
          </a:p>
        </p:txBody>
      </p:sp>
    </p:spTree>
    <p:extLst>
      <p:ext uri="{BB962C8B-B14F-4D97-AF65-F5344CB8AC3E}">
        <p14:creationId xmlns:p14="http://schemas.microsoft.com/office/powerpoint/2010/main" val="7435173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D8D0735-5A61-7A19-B085-313EC83F1EE4}"/>
            </a:ext>
          </a:extLst>
        </p:cNvPr>
        <p:cNvGrpSpPr/>
        <p:nvPr/>
      </p:nvGrpSpPr>
      <p:grpSpPr>
        <a:xfrm>
          <a:off x="0" y="0"/>
          <a:ext cx="0" cy="0"/>
          <a:chOff x="0" y="0"/>
          <a:chExt cx="0" cy="0"/>
        </a:xfrm>
      </p:grpSpPr>
      <p:sp>
        <p:nvSpPr>
          <p:cNvPr id="23" name="Rectángulo 22">
            <a:extLst>
              <a:ext uri="{FF2B5EF4-FFF2-40B4-BE49-F238E27FC236}">
                <a16:creationId xmlns:a16="http://schemas.microsoft.com/office/drawing/2014/main" id="{874A1780-772F-9D35-DF24-9DE491DF8FF2}"/>
              </a:ext>
            </a:extLst>
          </p:cNvPr>
          <p:cNvSpPr/>
          <p:nvPr/>
        </p:nvSpPr>
        <p:spPr>
          <a:xfrm>
            <a:off x="0" y="-3921"/>
            <a:ext cx="18288000" cy="1700412"/>
          </a:xfrm>
          <a:prstGeom prst="rect">
            <a:avLst/>
          </a:prstGeom>
          <a:gradFill flip="none" rotWithShape="1">
            <a:gsLst>
              <a:gs pos="0">
                <a:srgbClr val="445240"/>
              </a:gs>
              <a:gs pos="88000">
                <a:srgbClr val="445240">
                  <a:alpha val="17000"/>
                </a:srgbClr>
              </a:gs>
              <a:gs pos="54000">
                <a:srgbClr val="445240">
                  <a:alpha val="64000"/>
                </a:srgbClr>
              </a:gs>
              <a:gs pos="74000">
                <a:srgbClr val="445240">
                  <a:alpha val="49000"/>
                </a:srgbClr>
              </a:gs>
              <a:gs pos="100000">
                <a:srgbClr val="445240">
                  <a:alpha val="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 name="Picture 12" descr="A green number with a white background&#10;&#10;Description automatically generated">
            <a:extLst>
              <a:ext uri="{FF2B5EF4-FFF2-40B4-BE49-F238E27FC236}">
                <a16:creationId xmlns:a16="http://schemas.microsoft.com/office/drawing/2014/main" id="{0CEBCB74-E468-4816-B514-4E453CEF077D}"/>
              </a:ext>
            </a:extLst>
          </p:cNvPr>
          <p:cNvPicPr>
            <a:picLocks noChangeAspect="1"/>
          </p:cNvPicPr>
          <p:nvPr/>
        </p:nvPicPr>
        <p:blipFill>
          <a:blip r:embed="rId3" cstate="print">
            <a:biLevel thresh="25000"/>
            <a:extLst>
              <a:ext uri="{BEBA8EAE-BF5A-486C-A8C5-ECC9F3942E4B}">
                <a14:imgProps xmlns:a14="http://schemas.microsoft.com/office/drawing/2010/main">
                  <a14:imgLayer r:embed="rId4">
                    <a14:imgEffect>
                      <a14:backgroundRemoval t="14524" b="87143" l="1586" r="97260">
                        <a14:foregroundMark x1="16078" y1="39286" x2="16078" y2="39286"/>
                        <a14:foregroundMark x1="6849" y1="41905" x2="6849" y2="41905"/>
                        <a14:foregroundMark x1="50180" y1="55238" x2="50180" y2="55238"/>
                        <a14:foregroundMark x1="30209" y1="87143" x2="30209" y2="87143"/>
                        <a14:foregroundMark x1="60923" y1="54762" x2="60923" y2="54762"/>
                        <a14:foregroundMark x1="72675" y1="57857" x2="72675" y2="57857"/>
                        <a14:foregroundMark x1="89257" y1="44048" x2="89257" y2="44048"/>
                        <a14:foregroundMark x1="97404" y1="31667" x2="97404" y2="31667"/>
                        <a14:foregroundMark x1="5479" y1="62381" x2="5479" y2="62381"/>
                        <a14:foregroundMark x1="1586" y1="84762" x2="1586" y2="84762"/>
                      </a14:backgroundRemoval>
                    </a14:imgEffect>
                    <a14:imgEffect>
                      <a14:artisticTexturizer/>
                    </a14:imgEffect>
                    <a14:imgEffect>
                      <a14:saturation sat="33000"/>
                    </a14:imgEffect>
                  </a14:imgLayer>
                </a14:imgProps>
              </a:ext>
              <a:ext uri="{28A0092B-C50C-407E-A947-70E740481C1C}">
                <a14:useLocalDpi xmlns:a14="http://schemas.microsoft.com/office/drawing/2010/main" val="0"/>
              </a:ext>
            </a:extLst>
          </a:blip>
          <a:srcRect l="486" t="6154" r="583" b="7919"/>
          <a:stretch>
            <a:fillRect/>
          </a:stretch>
        </p:blipFill>
        <p:spPr>
          <a:xfrm>
            <a:off x="14206789" y="159703"/>
            <a:ext cx="3738723" cy="983295"/>
          </a:xfrm>
          <a:prstGeom prst="rect">
            <a:avLst/>
          </a:prstGeom>
        </p:spPr>
      </p:pic>
      <p:sp>
        <p:nvSpPr>
          <p:cNvPr id="3" name="CuadroTexto 2">
            <a:extLst>
              <a:ext uri="{FF2B5EF4-FFF2-40B4-BE49-F238E27FC236}">
                <a16:creationId xmlns:a16="http://schemas.microsoft.com/office/drawing/2014/main" id="{03A6A155-15D2-7DF6-A0F2-4C8FC48204BC}"/>
              </a:ext>
            </a:extLst>
          </p:cNvPr>
          <p:cNvSpPr txBox="1"/>
          <p:nvPr/>
        </p:nvSpPr>
        <p:spPr>
          <a:xfrm>
            <a:off x="420857" y="117133"/>
            <a:ext cx="10628143" cy="1323439"/>
          </a:xfrm>
          <a:prstGeom prst="rect">
            <a:avLst/>
          </a:prstGeom>
          <a:noFill/>
        </p:spPr>
        <p:txBody>
          <a:bodyPr wrap="square" rtlCol="0">
            <a:spAutoFit/>
          </a:bodyPr>
          <a:lstStyle/>
          <a:p>
            <a:pPr algn="ctr"/>
            <a:r>
              <a:rPr lang="fr-FR" sz="8000" dirty="0">
                <a:solidFill>
                  <a:schemeClr val="bg1"/>
                </a:solidFill>
                <a:latin typeface="Times New Roman" panose="02020603050405020304" pitchFamily="18" charset="0"/>
                <a:cs typeface="Times New Roman" panose="02020603050405020304" pitchFamily="18" charset="0"/>
              </a:rPr>
              <a:t>Contexte de Resser</a:t>
            </a:r>
          </a:p>
        </p:txBody>
      </p:sp>
      <p:sp>
        <p:nvSpPr>
          <p:cNvPr id="11" name="CuadroTexto 10">
            <a:extLst>
              <a:ext uri="{FF2B5EF4-FFF2-40B4-BE49-F238E27FC236}">
                <a16:creationId xmlns:a16="http://schemas.microsoft.com/office/drawing/2014/main" id="{B0A6B91B-1D9A-550C-0542-3A7C1B548203}"/>
              </a:ext>
            </a:extLst>
          </p:cNvPr>
          <p:cNvSpPr txBox="1"/>
          <p:nvPr/>
        </p:nvSpPr>
        <p:spPr>
          <a:xfrm>
            <a:off x="16319618" y="9942631"/>
            <a:ext cx="1625894" cy="369332"/>
          </a:xfrm>
          <a:prstGeom prst="rect">
            <a:avLst/>
          </a:prstGeom>
          <a:noFill/>
        </p:spPr>
        <p:txBody>
          <a:bodyPr wrap="none" rtlCol="0">
            <a:spAutoFit/>
          </a:bodyPr>
          <a:lstStyle/>
          <a:p>
            <a:r>
              <a:rPr lang="fr-FR" dirty="0"/>
              <a:t>Source: </a:t>
            </a:r>
            <a:r>
              <a:rPr lang="fr-FR" dirty="0" err="1"/>
              <a:t>Kelcom</a:t>
            </a:r>
            <a:endParaRPr lang="fr-FR" dirty="0"/>
          </a:p>
        </p:txBody>
      </p:sp>
      <p:sp>
        <p:nvSpPr>
          <p:cNvPr id="24" name="CuadroTexto 23">
            <a:extLst>
              <a:ext uri="{FF2B5EF4-FFF2-40B4-BE49-F238E27FC236}">
                <a16:creationId xmlns:a16="http://schemas.microsoft.com/office/drawing/2014/main" id="{00A6EF00-3E82-CF8D-E822-708544C56E6D}"/>
              </a:ext>
            </a:extLst>
          </p:cNvPr>
          <p:cNvSpPr txBox="1"/>
          <p:nvPr/>
        </p:nvSpPr>
        <p:spPr>
          <a:xfrm>
            <a:off x="272073" y="9014595"/>
            <a:ext cx="1333500" cy="369332"/>
          </a:xfrm>
          <a:prstGeom prst="rect">
            <a:avLst/>
          </a:prstGeom>
          <a:noFill/>
        </p:spPr>
        <p:txBody>
          <a:bodyPr wrap="square" rtlCol="0">
            <a:spAutoFit/>
          </a:bodyPr>
          <a:lstStyle/>
          <a:p>
            <a:r>
              <a:rPr lang="fr-FR">
                <a:solidFill>
                  <a:srgbClr val="438DA9"/>
                </a:solidFill>
              </a:rPr>
              <a:t>Incinération </a:t>
            </a:r>
          </a:p>
        </p:txBody>
      </p:sp>
      <p:pic>
        <p:nvPicPr>
          <p:cNvPr id="1032" name="Picture 8" descr="Matières Premières">
            <a:extLst>
              <a:ext uri="{FF2B5EF4-FFF2-40B4-BE49-F238E27FC236}">
                <a16:creationId xmlns:a16="http://schemas.microsoft.com/office/drawing/2014/main" id="{12808097-11D9-E757-0ED6-CF95F76CC563}"/>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1247" r="1446"/>
          <a:stretch>
            <a:fillRect/>
          </a:stretch>
        </p:blipFill>
        <p:spPr bwMode="auto">
          <a:xfrm>
            <a:off x="2017143" y="1817545"/>
            <a:ext cx="9919043" cy="6559807"/>
          </a:xfrm>
          <a:prstGeom prst="rect">
            <a:avLst/>
          </a:prstGeom>
          <a:noFill/>
          <a:extLst>
            <a:ext uri="{909E8E84-426E-40DD-AFC4-6F175D3DCCD1}">
              <a14:hiddenFill xmlns:a14="http://schemas.microsoft.com/office/drawing/2010/main">
                <a:solidFill>
                  <a:srgbClr val="FFFFFF"/>
                </a:solidFill>
              </a14:hiddenFill>
            </a:ext>
          </a:extLst>
        </p:spPr>
      </p:pic>
      <p:sp>
        <p:nvSpPr>
          <p:cNvPr id="29" name="CuadroTexto 28">
            <a:extLst>
              <a:ext uri="{FF2B5EF4-FFF2-40B4-BE49-F238E27FC236}">
                <a16:creationId xmlns:a16="http://schemas.microsoft.com/office/drawing/2014/main" id="{97F4712A-BF6E-A0E1-BAA7-813F31DEBF67}"/>
              </a:ext>
            </a:extLst>
          </p:cNvPr>
          <p:cNvSpPr txBox="1"/>
          <p:nvPr/>
        </p:nvSpPr>
        <p:spPr>
          <a:xfrm>
            <a:off x="2702516" y="8566332"/>
            <a:ext cx="2144896" cy="1015663"/>
          </a:xfrm>
          <a:prstGeom prst="rect">
            <a:avLst/>
          </a:prstGeom>
          <a:noFill/>
        </p:spPr>
        <p:txBody>
          <a:bodyPr wrap="square" rtlCol="0">
            <a:spAutoFit/>
          </a:bodyPr>
          <a:lstStyle/>
          <a:p>
            <a:r>
              <a:rPr lang="fr-FR" sz="6000" b="1" dirty="0">
                <a:solidFill>
                  <a:srgbClr val="FF0000"/>
                </a:solidFill>
                <a:latin typeface="Amasis MT Pro Black" panose="02040A04050005020304" pitchFamily="18" charset="0"/>
              </a:rPr>
              <a:t>80%</a:t>
            </a:r>
          </a:p>
        </p:txBody>
      </p:sp>
      <p:pic>
        <p:nvPicPr>
          <p:cNvPr id="30" name="Picture 6" descr="Incinération : plus de 4,6 mille illustrations et dessins de ...">
            <a:extLst>
              <a:ext uri="{FF2B5EF4-FFF2-40B4-BE49-F238E27FC236}">
                <a16:creationId xmlns:a16="http://schemas.microsoft.com/office/drawing/2014/main" id="{DECE60FC-3593-8B73-BD3E-763D2FDD6B1F}"/>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6408" t="7857" r="4873" b="12857"/>
          <a:stretch>
            <a:fillRect/>
          </a:stretch>
        </p:blipFill>
        <p:spPr bwMode="auto">
          <a:xfrm flipH="1">
            <a:off x="78033" y="7413866"/>
            <a:ext cx="2449470" cy="1571625"/>
          </a:xfrm>
          <a:prstGeom prst="rect">
            <a:avLst/>
          </a:prstGeom>
          <a:noFill/>
          <a:extLst>
            <a:ext uri="{909E8E84-426E-40DD-AFC4-6F175D3DCCD1}">
              <a14:hiddenFill xmlns:a14="http://schemas.microsoft.com/office/drawing/2010/main">
                <a:solidFill>
                  <a:srgbClr val="FFFFFF"/>
                </a:solidFill>
              </a14:hiddenFill>
            </a:ext>
          </a:extLst>
        </p:spPr>
      </p:pic>
      <p:cxnSp>
        <p:nvCxnSpPr>
          <p:cNvPr id="31" name="Conector recto de flecha 30">
            <a:extLst>
              <a:ext uri="{FF2B5EF4-FFF2-40B4-BE49-F238E27FC236}">
                <a16:creationId xmlns:a16="http://schemas.microsoft.com/office/drawing/2014/main" id="{1FEDD41D-411B-3786-4BF4-4BF5195C8EC7}"/>
              </a:ext>
            </a:extLst>
          </p:cNvPr>
          <p:cNvCxnSpPr>
            <a:cxnSpLocks/>
          </p:cNvCxnSpPr>
          <p:nvPr/>
        </p:nvCxnSpPr>
        <p:spPr>
          <a:xfrm flipH="1">
            <a:off x="2702516" y="6856684"/>
            <a:ext cx="1013814" cy="11363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Conector recto de flecha 31">
            <a:extLst>
              <a:ext uri="{FF2B5EF4-FFF2-40B4-BE49-F238E27FC236}">
                <a16:creationId xmlns:a16="http://schemas.microsoft.com/office/drawing/2014/main" id="{0B0B3CA0-8ED3-F7EF-DAA8-F4150ED49C97}"/>
              </a:ext>
            </a:extLst>
          </p:cNvPr>
          <p:cNvCxnSpPr>
            <a:cxnSpLocks/>
          </p:cNvCxnSpPr>
          <p:nvPr/>
        </p:nvCxnSpPr>
        <p:spPr>
          <a:xfrm flipH="1" flipV="1">
            <a:off x="2702516" y="7993063"/>
            <a:ext cx="3032412" cy="1210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9" name="Forma libre: forma 48">
            <a:extLst>
              <a:ext uri="{FF2B5EF4-FFF2-40B4-BE49-F238E27FC236}">
                <a16:creationId xmlns:a16="http://schemas.microsoft.com/office/drawing/2014/main" id="{C96B1224-948D-EA93-057E-E9E0FEF5B0CF}"/>
              </a:ext>
            </a:extLst>
          </p:cNvPr>
          <p:cNvSpPr/>
          <p:nvPr/>
        </p:nvSpPr>
        <p:spPr>
          <a:xfrm>
            <a:off x="4133037" y="5933296"/>
            <a:ext cx="4847099" cy="2286367"/>
          </a:xfrm>
          <a:custGeom>
            <a:avLst/>
            <a:gdLst>
              <a:gd name="csX0" fmla="*/ 1050681 w 7088832"/>
              <a:gd name="csY0" fmla="*/ 206162 h 3304606"/>
              <a:gd name="csX1" fmla="*/ 2931 w 7088832"/>
              <a:gd name="csY1" fmla="*/ 682412 h 3304606"/>
              <a:gd name="csX2" fmla="*/ 860181 w 7088832"/>
              <a:gd name="csY2" fmla="*/ 2282612 h 3304606"/>
              <a:gd name="csX3" fmla="*/ 4003431 w 7088832"/>
              <a:gd name="csY3" fmla="*/ 3120812 h 3304606"/>
              <a:gd name="csX4" fmla="*/ 6879981 w 7088832"/>
              <a:gd name="csY4" fmla="*/ 3139862 h 3304606"/>
              <a:gd name="csX5" fmla="*/ 6727581 w 7088832"/>
              <a:gd name="csY5" fmla="*/ 1311062 h 3304606"/>
              <a:gd name="csX6" fmla="*/ 5622681 w 7088832"/>
              <a:gd name="csY6" fmla="*/ 834812 h 3304606"/>
              <a:gd name="csX7" fmla="*/ 4460631 w 7088832"/>
              <a:gd name="csY7" fmla="*/ 1101512 h 3304606"/>
              <a:gd name="csX8" fmla="*/ 3565281 w 7088832"/>
              <a:gd name="csY8" fmla="*/ 606212 h 3304606"/>
              <a:gd name="csX9" fmla="*/ 3069981 w 7088832"/>
              <a:gd name="csY9" fmla="*/ 15662 h 3304606"/>
              <a:gd name="csX10" fmla="*/ 1050681 w 7088832"/>
              <a:gd name="csY10" fmla="*/ 206162 h 33046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7088832" h="3304606">
                <a:moveTo>
                  <a:pt x="1050681" y="206162"/>
                </a:moveTo>
                <a:cubicBezTo>
                  <a:pt x="539506" y="317287"/>
                  <a:pt x="34681" y="336337"/>
                  <a:pt x="2931" y="682412"/>
                </a:cubicBezTo>
                <a:cubicBezTo>
                  <a:pt x="-28819" y="1028487"/>
                  <a:pt x="193431" y="1876212"/>
                  <a:pt x="860181" y="2282612"/>
                </a:cubicBezTo>
                <a:cubicBezTo>
                  <a:pt x="1526931" y="2689012"/>
                  <a:pt x="3000131" y="2977937"/>
                  <a:pt x="4003431" y="3120812"/>
                </a:cubicBezTo>
                <a:cubicBezTo>
                  <a:pt x="5006731" y="3263687"/>
                  <a:pt x="6425956" y="3441487"/>
                  <a:pt x="6879981" y="3139862"/>
                </a:cubicBezTo>
                <a:cubicBezTo>
                  <a:pt x="7334006" y="2838237"/>
                  <a:pt x="6937131" y="1695237"/>
                  <a:pt x="6727581" y="1311062"/>
                </a:cubicBezTo>
                <a:cubicBezTo>
                  <a:pt x="6518031" y="926887"/>
                  <a:pt x="6000506" y="869737"/>
                  <a:pt x="5622681" y="834812"/>
                </a:cubicBezTo>
                <a:cubicBezTo>
                  <a:pt x="5244856" y="799887"/>
                  <a:pt x="4803531" y="1139612"/>
                  <a:pt x="4460631" y="1101512"/>
                </a:cubicBezTo>
                <a:cubicBezTo>
                  <a:pt x="4117731" y="1063412"/>
                  <a:pt x="3797056" y="787187"/>
                  <a:pt x="3565281" y="606212"/>
                </a:cubicBezTo>
                <a:cubicBezTo>
                  <a:pt x="3333506" y="425237"/>
                  <a:pt x="3492256" y="79162"/>
                  <a:pt x="3069981" y="15662"/>
                </a:cubicBezTo>
                <a:cubicBezTo>
                  <a:pt x="2647706" y="-47838"/>
                  <a:pt x="1561856" y="95037"/>
                  <a:pt x="1050681" y="206162"/>
                </a:cubicBezTo>
                <a:close/>
              </a:path>
            </a:pathLst>
          </a:custGeom>
          <a:solidFill>
            <a:schemeClr val="bg2">
              <a:lumMod val="90000"/>
              <a:alpha val="21000"/>
            </a:schemeClr>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CuadroTexto 3">
            <a:extLst>
              <a:ext uri="{FF2B5EF4-FFF2-40B4-BE49-F238E27FC236}">
                <a16:creationId xmlns:a16="http://schemas.microsoft.com/office/drawing/2014/main" id="{2FA64423-6BD7-A8ED-6CDD-4DDD89A0018F}"/>
              </a:ext>
            </a:extLst>
          </p:cNvPr>
          <p:cNvSpPr txBox="1"/>
          <p:nvPr/>
        </p:nvSpPr>
        <p:spPr>
          <a:xfrm>
            <a:off x="4125845" y="7751729"/>
            <a:ext cx="1106075" cy="369332"/>
          </a:xfrm>
          <a:prstGeom prst="rect">
            <a:avLst/>
          </a:prstGeom>
          <a:noFill/>
        </p:spPr>
        <p:txBody>
          <a:bodyPr wrap="square" rtlCol="0">
            <a:spAutoFit/>
          </a:bodyPr>
          <a:lstStyle/>
          <a:p>
            <a:r>
              <a:rPr lang="fr-FR" dirty="0">
                <a:solidFill>
                  <a:srgbClr val="438DA9"/>
                </a:solidFill>
              </a:rPr>
              <a:t>Résiduel</a:t>
            </a:r>
          </a:p>
        </p:txBody>
      </p:sp>
      <p:sp>
        <p:nvSpPr>
          <p:cNvPr id="5" name="CuadroTexto 4">
            <a:extLst>
              <a:ext uri="{FF2B5EF4-FFF2-40B4-BE49-F238E27FC236}">
                <a16:creationId xmlns:a16="http://schemas.microsoft.com/office/drawing/2014/main" id="{3F548DA6-AFB8-38D9-3F0A-79CD9CDD3643}"/>
              </a:ext>
            </a:extLst>
          </p:cNvPr>
          <p:cNvSpPr txBox="1"/>
          <p:nvPr/>
        </p:nvSpPr>
        <p:spPr>
          <a:xfrm>
            <a:off x="3209423" y="7326919"/>
            <a:ext cx="1106075" cy="369332"/>
          </a:xfrm>
          <a:prstGeom prst="rect">
            <a:avLst/>
          </a:prstGeom>
          <a:noFill/>
        </p:spPr>
        <p:txBody>
          <a:bodyPr wrap="square" rtlCol="0">
            <a:spAutoFit/>
          </a:bodyPr>
          <a:lstStyle/>
          <a:p>
            <a:r>
              <a:rPr lang="fr-FR" dirty="0">
                <a:solidFill>
                  <a:srgbClr val="438DA9"/>
                </a:solidFill>
              </a:rPr>
              <a:t>Refus</a:t>
            </a:r>
          </a:p>
        </p:txBody>
      </p:sp>
      <p:cxnSp>
        <p:nvCxnSpPr>
          <p:cNvPr id="6" name="Conector recto de flecha 5">
            <a:extLst>
              <a:ext uri="{FF2B5EF4-FFF2-40B4-BE49-F238E27FC236}">
                <a16:creationId xmlns:a16="http://schemas.microsoft.com/office/drawing/2014/main" id="{5966DB14-3588-7535-4116-DCB8D9FEAFF8}"/>
              </a:ext>
            </a:extLst>
          </p:cNvPr>
          <p:cNvCxnSpPr>
            <a:cxnSpLocks/>
          </p:cNvCxnSpPr>
          <p:nvPr/>
        </p:nvCxnSpPr>
        <p:spPr>
          <a:xfrm flipV="1">
            <a:off x="6878729" y="4259344"/>
            <a:ext cx="787518" cy="725994"/>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9" name="CuadroTexto 8">
            <a:extLst>
              <a:ext uri="{FF2B5EF4-FFF2-40B4-BE49-F238E27FC236}">
                <a16:creationId xmlns:a16="http://schemas.microsoft.com/office/drawing/2014/main" id="{4B88127E-CCA5-0192-BC40-F2CEEFE323AF}"/>
              </a:ext>
            </a:extLst>
          </p:cNvPr>
          <p:cNvSpPr txBox="1"/>
          <p:nvPr/>
        </p:nvSpPr>
        <p:spPr>
          <a:xfrm>
            <a:off x="7254417" y="7557152"/>
            <a:ext cx="823660" cy="400110"/>
          </a:xfrm>
          <a:prstGeom prst="rect">
            <a:avLst/>
          </a:prstGeom>
          <a:noFill/>
        </p:spPr>
        <p:txBody>
          <a:bodyPr wrap="square" rtlCol="0">
            <a:spAutoFit/>
          </a:bodyPr>
          <a:lstStyle/>
          <a:p>
            <a:r>
              <a:rPr lang="fr-FR" sz="2000" b="1">
                <a:solidFill>
                  <a:srgbClr val="FF0000"/>
                </a:solidFill>
                <a:latin typeface="Amasis MT Pro Black" panose="02040A04050005020304" pitchFamily="18" charset="0"/>
              </a:rPr>
              <a:t>?%</a:t>
            </a:r>
          </a:p>
        </p:txBody>
      </p:sp>
      <p:sp>
        <p:nvSpPr>
          <p:cNvPr id="10" name="CuadroTexto 9">
            <a:extLst>
              <a:ext uri="{FF2B5EF4-FFF2-40B4-BE49-F238E27FC236}">
                <a16:creationId xmlns:a16="http://schemas.microsoft.com/office/drawing/2014/main" id="{4B16ED5F-894D-658F-8D35-F40E0C89837A}"/>
              </a:ext>
            </a:extLst>
          </p:cNvPr>
          <p:cNvSpPr txBox="1"/>
          <p:nvPr/>
        </p:nvSpPr>
        <p:spPr>
          <a:xfrm>
            <a:off x="5009675" y="7076784"/>
            <a:ext cx="823660" cy="400110"/>
          </a:xfrm>
          <a:prstGeom prst="rect">
            <a:avLst/>
          </a:prstGeom>
          <a:noFill/>
        </p:spPr>
        <p:txBody>
          <a:bodyPr wrap="square" rtlCol="0">
            <a:spAutoFit/>
          </a:bodyPr>
          <a:lstStyle/>
          <a:p>
            <a:r>
              <a:rPr lang="fr-FR" sz="2000" b="1" dirty="0">
                <a:solidFill>
                  <a:srgbClr val="FF0000"/>
                </a:solidFill>
                <a:latin typeface="Amasis MT Pro Black" panose="02040A04050005020304" pitchFamily="18" charset="0"/>
              </a:rPr>
              <a:t>26%</a:t>
            </a:r>
          </a:p>
        </p:txBody>
      </p:sp>
      <p:sp>
        <p:nvSpPr>
          <p:cNvPr id="12" name="CuadroTexto 11">
            <a:extLst>
              <a:ext uri="{FF2B5EF4-FFF2-40B4-BE49-F238E27FC236}">
                <a16:creationId xmlns:a16="http://schemas.microsoft.com/office/drawing/2014/main" id="{5284CA8B-F238-C060-9A77-3B6F9E4770F8}"/>
              </a:ext>
            </a:extLst>
          </p:cNvPr>
          <p:cNvSpPr txBox="1"/>
          <p:nvPr/>
        </p:nvSpPr>
        <p:spPr>
          <a:xfrm>
            <a:off x="2702516" y="9363151"/>
            <a:ext cx="3205878" cy="369332"/>
          </a:xfrm>
          <a:prstGeom prst="rect">
            <a:avLst/>
          </a:prstGeom>
          <a:noFill/>
        </p:spPr>
        <p:txBody>
          <a:bodyPr wrap="square" rtlCol="0">
            <a:spAutoFit/>
          </a:bodyPr>
          <a:lstStyle/>
          <a:p>
            <a:r>
              <a:rPr lang="fr-FR" dirty="0">
                <a:solidFill>
                  <a:schemeClr val="accent3">
                    <a:lumMod val="50000"/>
                  </a:schemeClr>
                </a:solidFill>
              </a:rPr>
              <a:t>Sources: Caceres Mendoza 2026</a:t>
            </a:r>
          </a:p>
        </p:txBody>
      </p:sp>
      <p:sp>
        <p:nvSpPr>
          <p:cNvPr id="20" name="TextBox 19">
            <a:extLst>
              <a:ext uri="{FF2B5EF4-FFF2-40B4-BE49-F238E27FC236}">
                <a16:creationId xmlns:a16="http://schemas.microsoft.com/office/drawing/2014/main" id="{3830EB65-2E02-D2F4-7246-7774B774C78B}"/>
              </a:ext>
            </a:extLst>
          </p:cNvPr>
          <p:cNvSpPr txBox="1"/>
          <p:nvPr/>
        </p:nvSpPr>
        <p:spPr>
          <a:xfrm>
            <a:off x="12379608" y="2734971"/>
            <a:ext cx="5207514" cy="7971413"/>
          </a:xfrm>
          <a:prstGeom prst="rect">
            <a:avLst/>
          </a:prstGeom>
          <a:noFill/>
        </p:spPr>
        <p:txBody>
          <a:bodyPr wrap="square" rtlCol="0">
            <a:spAutoFit/>
          </a:bodyPr>
          <a:lstStyle/>
          <a:p>
            <a:pPr marL="457200" indent="-457200" algn="just">
              <a:buFont typeface="Arial" panose="020B0604020202020204" pitchFamily="34" charset="0"/>
              <a:buChar char="•"/>
            </a:pPr>
            <a:r>
              <a:rPr lang="fr-FR" sz="3200" dirty="0">
                <a:solidFill>
                  <a:schemeClr val="accent3">
                    <a:lumMod val="50000"/>
                  </a:schemeClr>
                </a:solidFill>
                <a:latin typeface="Times New Roman" panose="02020603050405020304" pitchFamily="18" charset="0"/>
                <a:cs typeface="Times New Roman" panose="02020603050405020304" pitchFamily="18" charset="0"/>
              </a:rPr>
              <a:t>En région parisienne, seulement 26% des matériaux sont collectés pour être envoyés vers des centres de tri, tandis que près de 80% des déchets sont incinérés, en raison d’un manque d’information et de filières de revalorisation adaptées.</a:t>
            </a:r>
          </a:p>
          <a:p>
            <a:pPr marL="457200" indent="-457200" algn="just">
              <a:buFont typeface="Arial" panose="020B0604020202020204" pitchFamily="34" charset="0"/>
              <a:buChar char="•"/>
            </a:pPr>
            <a:endParaRPr lang="fr-FR" sz="3200" dirty="0">
              <a:solidFill>
                <a:schemeClr val="accent3">
                  <a:lumMod val="50000"/>
                </a:schemeClr>
              </a:solidFill>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fr-FR" sz="3200" dirty="0">
                <a:solidFill>
                  <a:schemeClr val="accent3">
                    <a:lumMod val="50000"/>
                  </a:schemeClr>
                </a:solidFill>
                <a:latin typeface="Times New Roman" panose="02020603050405020304" pitchFamily="18" charset="0"/>
                <a:cs typeface="Times New Roman" panose="02020603050405020304" pitchFamily="18" charset="0"/>
              </a:rPr>
              <a:t>Les systèmes actuels manquent de traçabilité entre consommation, tri et recyclage</a:t>
            </a:r>
          </a:p>
          <a:p>
            <a:pPr algn="just"/>
            <a:r>
              <a:rPr lang="fr-FR" sz="3200" dirty="0">
                <a:solidFill>
                  <a:schemeClr val="accent3">
                    <a:lumMod val="50000"/>
                  </a:schemeClr>
                </a:solidFill>
                <a:latin typeface="Times New Roman" panose="02020603050405020304" pitchFamily="18" charset="0"/>
                <a:cs typeface="Times New Roman" panose="02020603050405020304" pitchFamily="18" charset="0"/>
              </a:rPr>
              <a:t> </a:t>
            </a:r>
            <a:endParaRPr lang="en-US" sz="3200" dirty="0">
              <a:solidFill>
                <a:schemeClr val="accent3">
                  <a:lumMod val="50000"/>
                </a:schemeClr>
              </a:solidFill>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CA3F7451-F7D1-D898-0C50-7D4D70FC76EB}"/>
              </a:ext>
            </a:extLst>
          </p:cNvPr>
          <p:cNvSpPr>
            <a:spLocks noGrp="1"/>
          </p:cNvSpPr>
          <p:nvPr>
            <p:ph type="sldNum" sz="quarter" idx="12"/>
          </p:nvPr>
        </p:nvSpPr>
        <p:spPr/>
        <p:txBody>
          <a:bodyPr/>
          <a:lstStyle/>
          <a:p>
            <a:fld id="{B6F15528-21DE-4FAA-801E-634DDDAF4B2B}" type="slidenum">
              <a:rPr lang="en-US" smtClean="0"/>
              <a:pPr/>
              <a:t>26</a:t>
            </a:fld>
            <a:endParaRPr lang="en-US"/>
          </a:p>
        </p:txBody>
      </p:sp>
    </p:spTree>
    <p:extLst>
      <p:ext uri="{BB962C8B-B14F-4D97-AF65-F5344CB8AC3E}">
        <p14:creationId xmlns:p14="http://schemas.microsoft.com/office/powerpoint/2010/main" val="42842169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F6545AD-28E9-9861-3A5A-7C942BAD6CAA}"/>
            </a:ext>
          </a:extLst>
        </p:cNvPr>
        <p:cNvGrpSpPr/>
        <p:nvPr/>
      </p:nvGrpSpPr>
      <p:grpSpPr>
        <a:xfrm>
          <a:off x="0" y="0"/>
          <a:ext cx="0" cy="0"/>
          <a:chOff x="0" y="0"/>
          <a:chExt cx="0" cy="0"/>
        </a:xfrm>
      </p:grpSpPr>
      <p:pic>
        <p:nvPicPr>
          <p:cNvPr id="10" name="Picture 8" descr="Matières Premières">
            <a:extLst>
              <a:ext uri="{FF2B5EF4-FFF2-40B4-BE49-F238E27FC236}">
                <a16:creationId xmlns:a16="http://schemas.microsoft.com/office/drawing/2014/main" id="{251F52FA-FEB5-3C05-A066-D4C819CF3A5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247" r="1446"/>
          <a:stretch>
            <a:fillRect/>
          </a:stretch>
        </p:blipFill>
        <p:spPr bwMode="auto">
          <a:xfrm>
            <a:off x="2017143" y="1817545"/>
            <a:ext cx="11950081" cy="7903003"/>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69CC824B-614B-0537-0AA1-F56AF9B16E0C}"/>
              </a:ext>
            </a:extLst>
          </p:cNvPr>
          <p:cNvSpPr/>
          <p:nvPr/>
        </p:nvSpPr>
        <p:spPr>
          <a:xfrm>
            <a:off x="0" y="-3921"/>
            <a:ext cx="18288000" cy="1700412"/>
          </a:xfrm>
          <a:prstGeom prst="rect">
            <a:avLst/>
          </a:prstGeom>
          <a:gradFill flip="none" rotWithShape="1">
            <a:gsLst>
              <a:gs pos="0">
                <a:srgbClr val="445240"/>
              </a:gs>
              <a:gs pos="88000">
                <a:srgbClr val="445240">
                  <a:alpha val="17000"/>
                </a:srgbClr>
              </a:gs>
              <a:gs pos="54000">
                <a:srgbClr val="445240">
                  <a:alpha val="64000"/>
                </a:srgbClr>
              </a:gs>
              <a:gs pos="74000">
                <a:srgbClr val="445240">
                  <a:alpha val="49000"/>
                </a:srgbClr>
              </a:gs>
              <a:gs pos="100000">
                <a:srgbClr val="445240">
                  <a:alpha val="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 name="Picture 12" descr="A green number with a white background&#10;&#10;Description automatically generated">
            <a:extLst>
              <a:ext uri="{FF2B5EF4-FFF2-40B4-BE49-F238E27FC236}">
                <a16:creationId xmlns:a16="http://schemas.microsoft.com/office/drawing/2014/main" id="{CBE66DC6-488D-E7D7-0BB4-907685A0CD34}"/>
              </a:ext>
            </a:extLst>
          </p:cNvPr>
          <p:cNvPicPr>
            <a:picLocks noChangeAspect="1"/>
          </p:cNvPicPr>
          <p:nvPr/>
        </p:nvPicPr>
        <p:blipFill>
          <a:blip r:embed="rId4" cstate="print">
            <a:biLevel thresh="25000"/>
            <a:extLst>
              <a:ext uri="{BEBA8EAE-BF5A-486C-A8C5-ECC9F3942E4B}">
                <a14:imgProps xmlns:a14="http://schemas.microsoft.com/office/drawing/2010/main">
                  <a14:imgLayer r:embed="rId5">
                    <a14:imgEffect>
                      <a14:backgroundRemoval t="14524" b="87143" l="1586" r="97260">
                        <a14:foregroundMark x1="16078" y1="39286" x2="16078" y2="39286"/>
                        <a14:foregroundMark x1="6849" y1="41905" x2="6849" y2="41905"/>
                        <a14:foregroundMark x1="50180" y1="55238" x2="50180" y2="55238"/>
                        <a14:foregroundMark x1="30209" y1="87143" x2="30209" y2="87143"/>
                        <a14:foregroundMark x1="60923" y1="54762" x2="60923" y2="54762"/>
                        <a14:foregroundMark x1="72675" y1="57857" x2="72675" y2="57857"/>
                        <a14:foregroundMark x1="89257" y1="44048" x2="89257" y2="44048"/>
                        <a14:foregroundMark x1="97404" y1="31667" x2="97404" y2="31667"/>
                        <a14:foregroundMark x1="5479" y1="62381" x2="5479" y2="62381"/>
                        <a14:foregroundMark x1="1586" y1="84762" x2="1586" y2="84762"/>
                      </a14:backgroundRemoval>
                    </a14:imgEffect>
                    <a14:imgEffect>
                      <a14:artisticTexturizer/>
                    </a14:imgEffect>
                    <a14:imgEffect>
                      <a14:saturation sat="33000"/>
                    </a14:imgEffect>
                  </a14:imgLayer>
                </a14:imgProps>
              </a:ext>
              <a:ext uri="{28A0092B-C50C-407E-A947-70E740481C1C}">
                <a14:useLocalDpi xmlns:a14="http://schemas.microsoft.com/office/drawing/2010/main" val="0"/>
              </a:ext>
            </a:extLst>
          </a:blip>
          <a:srcRect l="486" t="6154" r="583" b="7919"/>
          <a:stretch>
            <a:fillRect/>
          </a:stretch>
        </p:blipFill>
        <p:spPr>
          <a:xfrm>
            <a:off x="14206789" y="159703"/>
            <a:ext cx="3738723" cy="983295"/>
          </a:xfrm>
          <a:prstGeom prst="rect">
            <a:avLst/>
          </a:prstGeom>
        </p:spPr>
      </p:pic>
      <p:sp>
        <p:nvSpPr>
          <p:cNvPr id="3" name="CuadroTexto 2">
            <a:extLst>
              <a:ext uri="{FF2B5EF4-FFF2-40B4-BE49-F238E27FC236}">
                <a16:creationId xmlns:a16="http://schemas.microsoft.com/office/drawing/2014/main" id="{D63E6D5F-ABA7-1ABF-919B-84E88C8D884F}"/>
              </a:ext>
            </a:extLst>
          </p:cNvPr>
          <p:cNvSpPr txBox="1"/>
          <p:nvPr/>
        </p:nvSpPr>
        <p:spPr>
          <a:xfrm>
            <a:off x="420857" y="117133"/>
            <a:ext cx="10628143" cy="1323439"/>
          </a:xfrm>
          <a:prstGeom prst="rect">
            <a:avLst/>
          </a:prstGeom>
          <a:noFill/>
        </p:spPr>
        <p:txBody>
          <a:bodyPr wrap="square" rtlCol="0">
            <a:spAutoFit/>
          </a:bodyPr>
          <a:lstStyle/>
          <a:p>
            <a:pPr algn="ctr"/>
            <a:r>
              <a:rPr lang="fr-FR" sz="8000" dirty="0">
                <a:solidFill>
                  <a:schemeClr val="bg1"/>
                </a:solidFill>
                <a:latin typeface="Times New Roman" panose="02020603050405020304" pitchFamily="18" charset="0"/>
                <a:cs typeface="Times New Roman" panose="02020603050405020304" pitchFamily="18" charset="0"/>
              </a:rPr>
              <a:t>Besoins essentiels </a:t>
            </a:r>
          </a:p>
        </p:txBody>
      </p:sp>
      <p:sp>
        <p:nvSpPr>
          <p:cNvPr id="11" name="CuadroTexto 10">
            <a:extLst>
              <a:ext uri="{FF2B5EF4-FFF2-40B4-BE49-F238E27FC236}">
                <a16:creationId xmlns:a16="http://schemas.microsoft.com/office/drawing/2014/main" id="{54E88428-99F8-3BE8-56E5-E27ACA1B627F}"/>
              </a:ext>
            </a:extLst>
          </p:cNvPr>
          <p:cNvSpPr txBox="1"/>
          <p:nvPr/>
        </p:nvSpPr>
        <p:spPr>
          <a:xfrm>
            <a:off x="16319618" y="9942631"/>
            <a:ext cx="1625894" cy="369332"/>
          </a:xfrm>
          <a:prstGeom prst="rect">
            <a:avLst/>
          </a:prstGeom>
          <a:noFill/>
        </p:spPr>
        <p:txBody>
          <a:bodyPr wrap="none" rtlCol="0">
            <a:spAutoFit/>
          </a:bodyPr>
          <a:lstStyle/>
          <a:p>
            <a:r>
              <a:rPr lang="fr-FR"/>
              <a:t>Source: </a:t>
            </a:r>
            <a:r>
              <a:rPr lang="fr-FR" err="1"/>
              <a:t>Kelcom</a:t>
            </a:r>
            <a:endParaRPr lang="fr-FR"/>
          </a:p>
        </p:txBody>
      </p:sp>
      <p:grpSp>
        <p:nvGrpSpPr>
          <p:cNvPr id="48" name="Grupo 47">
            <a:extLst>
              <a:ext uri="{FF2B5EF4-FFF2-40B4-BE49-F238E27FC236}">
                <a16:creationId xmlns:a16="http://schemas.microsoft.com/office/drawing/2014/main" id="{63D1973C-BEC3-E603-5E3F-28039D589305}"/>
              </a:ext>
            </a:extLst>
          </p:cNvPr>
          <p:cNvGrpSpPr/>
          <p:nvPr/>
        </p:nvGrpSpPr>
        <p:grpSpPr>
          <a:xfrm>
            <a:off x="12184650" y="6238952"/>
            <a:ext cx="6124751" cy="2147306"/>
            <a:chOff x="12242821" y="6322149"/>
            <a:chExt cx="6124751" cy="2147306"/>
          </a:xfrm>
        </p:grpSpPr>
        <p:sp>
          <p:nvSpPr>
            <p:cNvPr id="18" name="CuadroTexto 14">
              <a:extLst>
                <a:ext uri="{FF2B5EF4-FFF2-40B4-BE49-F238E27FC236}">
                  <a16:creationId xmlns:a16="http://schemas.microsoft.com/office/drawing/2014/main" id="{2861C37E-430E-44AA-60B5-BBEE13EAB5DF}"/>
                </a:ext>
              </a:extLst>
            </p:cNvPr>
            <p:cNvSpPr txBox="1"/>
            <p:nvPr/>
          </p:nvSpPr>
          <p:spPr>
            <a:xfrm>
              <a:off x="14832643" y="6322149"/>
              <a:ext cx="3534929" cy="1323439"/>
            </a:xfrm>
            <a:prstGeom prst="rect">
              <a:avLst/>
            </a:prstGeom>
            <a:noFill/>
          </p:spPr>
          <p:txBody>
            <a:bodyPr wrap="square" rtlCol="0">
              <a:spAutoFit/>
            </a:bodyPr>
            <a:lstStyle/>
            <a:p>
              <a:pPr marL="342900" indent="-342900">
                <a:buClr>
                  <a:srgbClr val="C00000"/>
                </a:buClr>
                <a:buFont typeface="Calibri" panose="020F0502020204030204" pitchFamily="34" charset="0"/>
                <a:buChar char="ꓫ"/>
              </a:pPr>
              <a:r>
                <a:rPr lang="fr-FR" sz="2000" dirty="0">
                  <a:solidFill>
                    <a:schemeClr val="accent3">
                      <a:lumMod val="50000"/>
                    </a:schemeClr>
                  </a:solidFill>
                  <a:latin typeface="Times New Roman" panose="02020603050405020304" pitchFamily="18" charset="0"/>
                  <a:cs typeface="Times New Roman" panose="02020603050405020304" pitchFamily="18" charset="0"/>
                </a:rPr>
                <a:t>Désinformation</a:t>
              </a:r>
            </a:p>
            <a:p>
              <a:pPr marL="342900" indent="-342900">
                <a:buClr>
                  <a:srgbClr val="C00000"/>
                </a:buClr>
                <a:buFont typeface="Calibri" panose="020F0502020204030204" pitchFamily="34" charset="0"/>
                <a:buChar char="ꓫ"/>
              </a:pPr>
              <a:r>
                <a:rPr lang="fr-FR" sz="2000" dirty="0">
                  <a:solidFill>
                    <a:schemeClr val="accent3">
                      <a:lumMod val="50000"/>
                    </a:schemeClr>
                  </a:solidFill>
                  <a:latin typeface="Times New Roman" panose="02020603050405020304" pitchFamily="18" charset="0"/>
                  <a:cs typeface="Times New Roman" panose="02020603050405020304" pitchFamily="18" charset="0"/>
                </a:rPr>
                <a:t>Manque de motivation</a:t>
              </a:r>
            </a:p>
            <a:p>
              <a:pPr marL="342900" indent="-342900">
                <a:buClr>
                  <a:srgbClr val="C00000"/>
                </a:buClr>
                <a:buFont typeface="Calibri" panose="020F0502020204030204" pitchFamily="34" charset="0"/>
                <a:buChar char="ꓫ"/>
              </a:pPr>
              <a:r>
                <a:rPr lang="fr-FR" sz="2000" dirty="0">
                  <a:solidFill>
                    <a:schemeClr val="accent3">
                      <a:lumMod val="50000"/>
                    </a:schemeClr>
                  </a:solidFill>
                  <a:latin typeface="Times New Roman" panose="02020603050405020304" pitchFamily="18" charset="0"/>
                  <a:cs typeface="Times New Roman" panose="02020603050405020304" pitchFamily="18" charset="0"/>
                </a:rPr>
                <a:t>Méfiance dans le recyclage</a:t>
              </a:r>
            </a:p>
            <a:p>
              <a:pPr marL="342900" indent="-342900">
                <a:buClr>
                  <a:srgbClr val="C00000"/>
                </a:buClr>
                <a:buFont typeface="Calibri" panose="020F0502020204030204" pitchFamily="34" charset="0"/>
                <a:buChar char="ꓫ"/>
              </a:pPr>
              <a:r>
                <a:rPr lang="fr-FR" sz="2000" dirty="0">
                  <a:solidFill>
                    <a:schemeClr val="accent3">
                      <a:lumMod val="50000"/>
                    </a:schemeClr>
                  </a:solidFill>
                  <a:latin typeface="Times New Roman" panose="02020603050405020304" pitchFamily="18" charset="0"/>
                  <a:cs typeface="Times New Roman" panose="02020603050405020304" pitchFamily="18" charset="0"/>
                </a:rPr>
                <a:t>Répercussion des coûts</a:t>
              </a:r>
            </a:p>
          </p:txBody>
        </p:sp>
        <p:sp>
          <p:nvSpPr>
            <p:cNvPr id="5" name="Elipse 4">
              <a:extLst>
                <a:ext uri="{FF2B5EF4-FFF2-40B4-BE49-F238E27FC236}">
                  <a16:creationId xmlns:a16="http://schemas.microsoft.com/office/drawing/2014/main" id="{36CE7236-C63D-E13D-CC58-7825F6E84C3B}"/>
                </a:ext>
              </a:extLst>
            </p:cNvPr>
            <p:cNvSpPr/>
            <p:nvPr/>
          </p:nvSpPr>
          <p:spPr>
            <a:xfrm>
              <a:off x="12242821" y="7300684"/>
              <a:ext cx="693174" cy="984105"/>
            </a:xfrm>
            <a:prstGeom prst="ellipse">
              <a:avLst/>
            </a:prstGeom>
            <a:solidFill>
              <a:srgbClr val="445240">
                <a:alpha val="2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CuadroTexto 6">
              <a:extLst>
                <a:ext uri="{FF2B5EF4-FFF2-40B4-BE49-F238E27FC236}">
                  <a16:creationId xmlns:a16="http://schemas.microsoft.com/office/drawing/2014/main" id="{E0EA2C73-B93B-F445-3146-B6252C1E5241}"/>
                </a:ext>
              </a:extLst>
            </p:cNvPr>
            <p:cNvSpPr txBox="1"/>
            <p:nvPr/>
          </p:nvSpPr>
          <p:spPr>
            <a:xfrm>
              <a:off x="12885672" y="8100123"/>
              <a:ext cx="1246893" cy="369332"/>
            </a:xfrm>
            <a:prstGeom prst="rect">
              <a:avLst/>
            </a:prstGeom>
            <a:noFill/>
          </p:spPr>
          <p:txBody>
            <a:bodyPr wrap="square">
              <a:spAutoFit/>
            </a:bodyPr>
            <a:lstStyle/>
            <a:p>
              <a:r>
                <a:rPr lang="fr-FR" sz="1800" b="1" dirty="0">
                  <a:solidFill>
                    <a:srgbClr val="445240"/>
                  </a:solidFill>
                </a:rPr>
                <a:t>Citoyennes </a:t>
              </a:r>
              <a:endParaRPr lang="fr-FR" b="1" dirty="0"/>
            </a:p>
          </p:txBody>
        </p:sp>
        <p:cxnSp>
          <p:nvCxnSpPr>
            <p:cNvPr id="12" name="Conector: angular 11">
              <a:extLst>
                <a:ext uri="{FF2B5EF4-FFF2-40B4-BE49-F238E27FC236}">
                  <a16:creationId xmlns:a16="http://schemas.microsoft.com/office/drawing/2014/main" id="{23EBE477-9947-3CD5-D2CC-0E726463B374}"/>
                </a:ext>
              </a:extLst>
            </p:cNvPr>
            <p:cNvCxnSpPr>
              <a:cxnSpLocks/>
              <a:stCxn id="5" idx="6"/>
              <a:endCxn id="18" idx="1"/>
            </p:cNvCxnSpPr>
            <p:nvPr/>
          </p:nvCxnSpPr>
          <p:spPr>
            <a:xfrm flipV="1">
              <a:off x="12935995" y="6983869"/>
              <a:ext cx="1896648" cy="808868"/>
            </a:xfrm>
            <a:prstGeom prst="bentConnector3">
              <a:avLst/>
            </a:prstGeom>
            <a:ln w="38100">
              <a:solidFill>
                <a:srgbClr val="44524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9" name="Grupo 48">
            <a:extLst>
              <a:ext uri="{FF2B5EF4-FFF2-40B4-BE49-F238E27FC236}">
                <a16:creationId xmlns:a16="http://schemas.microsoft.com/office/drawing/2014/main" id="{91E45D65-AA19-D763-BD13-DD2E326711F0}"/>
              </a:ext>
            </a:extLst>
          </p:cNvPr>
          <p:cNvGrpSpPr/>
          <p:nvPr/>
        </p:nvGrpSpPr>
        <p:grpSpPr>
          <a:xfrm>
            <a:off x="916258" y="5097588"/>
            <a:ext cx="5810332" cy="2180843"/>
            <a:chOff x="-109417" y="5037848"/>
            <a:chExt cx="5810332" cy="2180843"/>
          </a:xfrm>
        </p:grpSpPr>
        <p:sp>
          <p:nvSpPr>
            <p:cNvPr id="32" name="Elipse 31">
              <a:extLst>
                <a:ext uri="{FF2B5EF4-FFF2-40B4-BE49-F238E27FC236}">
                  <a16:creationId xmlns:a16="http://schemas.microsoft.com/office/drawing/2014/main" id="{C58636D9-2E1D-1C4E-6E1B-34BDAAA3814B}"/>
                </a:ext>
              </a:extLst>
            </p:cNvPr>
            <p:cNvSpPr/>
            <p:nvPr/>
          </p:nvSpPr>
          <p:spPr>
            <a:xfrm>
              <a:off x="3677748" y="5037848"/>
              <a:ext cx="2023167" cy="1617089"/>
            </a:xfrm>
            <a:prstGeom prst="ellipse">
              <a:avLst/>
            </a:prstGeom>
            <a:solidFill>
              <a:srgbClr val="445240">
                <a:alpha val="2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33" name="Conector: angular 32">
              <a:extLst>
                <a:ext uri="{FF2B5EF4-FFF2-40B4-BE49-F238E27FC236}">
                  <a16:creationId xmlns:a16="http://schemas.microsoft.com/office/drawing/2014/main" id="{6F8B3EE4-8A0A-D478-4960-96B331A215D4}"/>
                </a:ext>
              </a:extLst>
            </p:cNvPr>
            <p:cNvCxnSpPr>
              <a:cxnSpLocks/>
              <a:stCxn id="32" idx="3"/>
              <a:endCxn id="38" idx="3"/>
            </p:cNvCxnSpPr>
            <p:nvPr/>
          </p:nvCxnSpPr>
          <p:spPr>
            <a:xfrm rot="5400000">
              <a:off x="3111027" y="5847853"/>
              <a:ext cx="292740" cy="1433275"/>
            </a:xfrm>
            <a:prstGeom prst="bentConnector2">
              <a:avLst/>
            </a:prstGeom>
            <a:ln w="38100">
              <a:solidFill>
                <a:srgbClr val="445240"/>
              </a:solidFill>
              <a:tailEnd type="triangle"/>
            </a:ln>
          </p:spPr>
          <p:style>
            <a:lnRef idx="1">
              <a:schemeClr val="accent1"/>
            </a:lnRef>
            <a:fillRef idx="0">
              <a:schemeClr val="accent1"/>
            </a:fillRef>
            <a:effectRef idx="0">
              <a:schemeClr val="accent1"/>
            </a:effectRef>
            <a:fontRef idx="minor">
              <a:schemeClr val="tx1"/>
            </a:fontRef>
          </p:style>
        </p:cxnSp>
        <p:sp>
          <p:nvSpPr>
            <p:cNvPr id="38" name="CuadroTexto 37">
              <a:extLst>
                <a:ext uri="{FF2B5EF4-FFF2-40B4-BE49-F238E27FC236}">
                  <a16:creationId xmlns:a16="http://schemas.microsoft.com/office/drawing/2014/main" id="{8C9067A7-9D9E-01B5-F3B2-AFBD156C4330}"/>
                </a:ext>
              </a:extLst>
            </p:cNvPr>
            <p:cNvSpPr txBox="1"/>
            <p:nvPr/>
          </p:nvSpPr>
          <p:spPr>
            <a:xfrm>
              <a:off x="-109417" y="6203028"/>
              <a:ext cx="2650176" cy="1015663"/>
            </a:xfrm>
            <a:prstGeom prst="rect">
              <a:avLst/>
            </a:prstGeom>
            <a:noFill/>
          </p:spPr>
          <p:txBody>
            <a:bodyPr wrap="square" rtlCol="0">
              <a:spAutoFit/>
            </a:bodyPr>
            <a:lstStyle/>
            <a:p>
              <a:pPr marL="342900" indent="-342900">
                <a:buClr>
                  <a:srgbClr val="C00000"/>
                </a:buClr>
                <a:buFont typeface="Calibri" panose="020F0502020204030204" pitchFamily="34" charset="0"/>
                <a:buChar char="ꓫ"/>
              </a:pPr>
              <a:r>
                <a:rPr lang="fr-FR" sz="2000" dirty="0">
                  <a:solidFill>
                    <a:schemeClr val="accent3">
                      <a:lumMod val="50000"/>
                    </a:schemeClr>
                  </a:solidFill>
                  <a:latin typeface="Times New Roman" panose="02020603050405020304" pitchFamily="18" charset="0"/>
                  <a:cs typeface="Times New Roman" panose="02020603050405020304" pitchFamily="18" charset="0"/>
                </a:rPr>
                <a:t>Impureté des flux</a:t>
              </a:r>
            </a:p>
            <a:p>
              <a:pPr marL="342900" indent="-342900">
                <a:buClr>
                  <a:srgbClr val="C00000"/>
                </a:buClr>
                <a:buFont typeface="Calibri" panose="020F0502020204030204" pitchFamily="34" charset="0"/>
                <a:buChar char="ꓫ"/>
              </a:pPr>
              <a:r>
                <a:rPr lang="fr-FR" sz="2000" dirty="0">
                  <a:solidFill>
                    <a:schemeClr val="accent3">
                      <a:lumMod val="50000"/>
                    </a:schemeClr>
                  </a:solidFill>
                  <a:latin typeface="Times New Roman" panose="02020603050405020304" pitchFamily="18" charset="0"/>
                  <a:cs typeface="Times New Roman" panose="02020603050405020304" pitchFamily="18" charset="0"/>
                </a:rPr>
                <a:t>Perte de matière </a:t>
              </a:r>
            </a:p>
            <a:p>
              <a:pPr marL="342900" indent="-342900">
                <a:buClr>
                  <a:srgbClr val="C00000"/>
                </a:buClr>
                <a:buFont typeface="Calibri" panose="020F0502020204030204" pitchFamily="34" charset="0"/>
                <a:buChar char="ꓫ"/>
              </a:pPr>
              <a:r>
                <a:rPr lang="fr-FR" sz="2000" dirty="0">
                  <a:solidFill>
                    <a:schemeClr val="accent3">
                      <a:lumMod val="50000"/>
                    </a:schemeClr>
                  </a:solidFill>
                  <a:latin typeface="Times New Roman" panose="02020603050405020304" pitchFamily="18" charset="0"/>
                  <a:cs typeface="Times New Roman" panose="02020603050405020304" pitchFamily="18" charset="0"/>
                </a:rPr>
                <a:t>Demande variante</a:t>
              </a:r>
            </a:p>
          </p:txBody>
        </p:sp>
      </p:grpSp>
      <p:sp>
        <p:nvSpPr>
          <p:cNvPr id="52" name="Rectángulo: esquinas redondeadas 51">
            <a:extLst>
              <a:ext uri="{FF2B5EF4-FFF2-40B4-BE49-F238E27FC236}">
                <a16:creationId xmlns:a16="http://schemas.microsoft.com/office/drawing/2014/main" id="{F956F68C-4486-FD7D-1E60-377198ED361C}"/>
              </a:ext>
            </a:extLst>
          </p:cNvPr>
          <p:cNvSpPr/>
          <p:nvPr/>
        </p:nvSpPr>
        <p:spPr>
          <a:xfrm>
            <a:off x="2038871" y="1511175"/>
            <a:ext cx="8541909" cy="3781755"/>
          </a:xfrm>
          <a:custGeom>
            <a:avLst/>
            <a:gdLst>
              <a:gd name="csX0" fmla="*/ 0 w 8502373"/>
              <a:gd name="csY0" fmla="*/ 630305 h 3781755"/>
              <a:gd name="csX1" fmla="*/ 630305 w 8502373"/>
              <a:gd name="csY1" fmla="*/ 0 h 3781755"/>
              <a:gd name="csX2" fmla="*/ 7872068 w 8502373"/>
              <a:gd name="csY2" fmla="*/ 0 h 3781755"/>
              <a:gd name="csX3" fmla="*/ 8502373 w 8502373"/>
              <a:gd name="csY3" fmla="*/ 630305 h 3781755"/>
              <a:gd name="csX4" fmla="*/ 8502373 w 8502373"/>
              <a:gd name="csY4" fmla="*/ 3151450 h 3781755"/>
              <a:gd name="csX5" fmla="*/ 7872068 w 8502373"/>
              <a:gd name="csY5" fmla="*/ 3781755 h 3781755"/>
              <a:gd name="csX6" fmla="*/ 630305 w 8502373"/>
              <a:gd name="csY6" fmla="*/ 3781755 h 3781755"/>
              <a:gd name="csX7" fmla="*/ 0 w 8502373"/>
              <a:gd name="csY7" fmla="*/ 3151450 h 3781755"/>
              <a:gd name="csX8" fmla="*/ 0 w 8502373"/>
              <a:gd name="csY8" fmla="*/ 630305 h 3781755"/>
              <a:gd name="csX0" fmla="*/ 0 w 8502373"/>
              <a:gd name="csY0" fmla="*/ 630305 h 3781755"/>
              <a:gd name="csX1" fmla="*/ 630305 w 8502373"/>
              <a:gd name="csY1" fmla="*/ 0 h 3781755"/>
              <a:gd name="csX2" fmla="*/ 7872068 w 8502373"/>
              <a:gd name="csY2" fmla="*/ 0 h 3781755"/>
              <a:gd name="csX3" fmla="*/ 8502373 w 8502373"/>
              <a:gd name="csY3" fmla="*/ 630305 h 3781755"/>
              <a:gd name="csX4" fmla="*/ 8502373 w 8502373"/>
              <a:gd name="csY4" fmla="*/ 3151450 h 3781755"/>
              <a:gd name="csX5" fmla="*/ 5171827 w 8502373"/>
              <a:gd name="csY5" fmla="*/ 2640290 h 3781755"/>
              <a:gd name="csX6" fmla="*/ 630305 w 8502373"/>
              <a:gd name="csY6" fmla="*/ 3781755 h 3781755"/>
              <a:gd name="csX7" fmla="*/ 0 w 8502373"/>
              <a:gd name="csY7" fmla="*/ 3151450 h 3781755"/>
              <a:gd name="csX8" fmla="*/ 0 w 8502373"/>
              <a:gd name="csY8" fmla="*/ 630305 h 3781755"/>
              <a:gd name="csX0" fmla="*/ 0 w 8606700"/>
              <a:gd name="csY0" fmla="*/ 630305 h 3781755"/>
              <a:gd name="csX1" fmla="*/ 630305 w 8606700"/>
              <a:gd name="csY1" fmla="*/ 0 h 3781755"/>
              <a:gd name="csX2" fmla="*/ 7872068 w 8606700"/>
              <a:gd name="csY2" fmla="*/ 0 h 3781755"/>
              <a:gd name="csX3" fmla="*/ 8606700 w 8606700"/>
              <a:gd name="csY3" fmla="*/ 618031 h 3781755"/>
              <a:gd name="csX4" fmla="*/ 8502373 w 8606700"/>
              <a:gd name="csY4" fmla="*/ 3151450 h 3781755"/>
              <a:gd name="csX5" fmla="*/ 5171827 w 8606700"/>
              <a:gd name="csY5" fmla="*/ 2640290 h 3781755"/>
              <a:gd name="csX6" fmla="*/ 630305 w 8606700"/>
              <a:gd name="csY6" fmla="*/ 3781755 h 3781755"/>
              <a:gd name="csX7" fmla="*/ 0 w 8606700"/>
              <a:gd name="csY7" fmla="*/ 3151450 h 3781755"/>
              <a:gd name="csX8" fmla="*/ 0 w 8606700"/>
              <a:gd name="csY8" fmla="*/ 630305 h 3781755"/>
              <a:gd name="csX0" fmla="*/ 0 w 8606700"/>
              <a:gd name="csY0" fmla="*/ 630305 h 3781755"/>
              <a:gd name="csX1" fmla="*/ 630305 w 8606700"/>
              <a:gd name="csY1" fmla="*/ 0 h 3781755"/>
              <a:gd name="csX2" fmla="*/ 7872068 w 8606700"/>
              <a:gd name="csY2" fmla="*/ 0 h 3781755"/>
              <a:gd name="csX3" fmla="*/ 8606700 w 8606700"/>
              <a:gd name="csY3" fmla="*/ 618031 h 3781755"/>
              <a:gd name="csX4" fmla="*/ 8502373 w 8606700"/>
              <a:gd name="csY4" fmla="*/ 3231230 h 3781755"/>
              <a:gd name="csX5" fmla="*/ 5171827 w 8606700"/>
              <a:gd name="csY5" fmla="*/ 2640290 h 3781755"/>
              <a:gd name="csX6" fmla="*/ 630305 w 8606700"/>
              <a:gd name="csY6" fmla="*/ 3781755 h 3781755"/>
              <a:gd name="csX7" fmla="*/ 0 w 8606700"/>
              <a:gd name="csY7" fmla="*/ 3151450 h 3781755"/>
              <a:gd name="csX8" fmla="*/ 0 w 8606700"/>
              <a:gd name="csY8" fmla="*/ 630305 h 3781755"/>
              <a:gd name="csX0" fmla="*/ 0 w 8557605"/>
              <a:gd name="csY0" fmla="*/ 630305 h 3781755"/>
              <a:gd name="csX1" fmla="*/ 630305 w 8557605"/>
              <a:gd name="csY1" fmla="*/ 0 h 3781755"/>
              <a:gd name="csX2" fmla="*/ 7872068 w 8557605"/>
              <a:gd name="csY2" fmla="*/ 0 h 3781755"/>
              <a:gd name="csX3" fmla="*/ 8557605 w 8557605"/>
              <a:gd name="csY3" fmla="*/ 599621 h 3781755"/>
              <a:gd name="csX4" fmla="*/ 8502373 w 8557605"/>
              <a:gd name="csY4" fmla="*/ 3231230 h 3781755"/>
              <a:gd name="csX5" fmla="*/ 5171827 w 8557605"/>
              <a:gd name="csY5" fmla="*/ 2640290 h 3781755"/>
              <a:gd name="csX6" fmla="*/ 630305 w 8557605"/>
              <a:gd name="csY6" fmla="*/ 3781755 h 3781755"/>
              <a:gd name="csX7" fmla="*/ 0 w 8557605"/>
              <a:gd name="csY7" fmla="*/ 3151450 h 3781755"/>
              <a:gd name="csX8" fmla="*/ 0 w 8557605"/>
              <a:gd name="csY8" fmla="*/ 630305 h 37817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8557605" h="3781755">
                <a:moveTo>
                  <a:pt x="0" y="630305"/>
                </a:moveTo>
                <a:cubicBezTo>
                  <a:pt x="0" y="282197"/>
                  <a:pt x="282197" y="0"/>
                  <a:pt x="630305" y="0"/>
                </a:cubicBezTo>
                <a:lnTo>
                  <a:pt x="7872068" y="0"/>
                </a:lnTo>
                <a:cubicBezTo>
                  <a:pt x="8220176" y="0"/>
                  <a:pt x="8557605" y="251513"/>
                  <a:pt x="8557605" y="599621"/>
                </a:cubicBezTo>
                <a:lnTo>
                  <a:pt x="8502373" y="3231230"/>
                </a:lnTo>
                <a:cubicBezTo>
                  <a:pt x="8502373" y="3579338"/>
                  <a:pt x="5519935" y="2640290"/>
                  <a:pt x="5171827" y="2640290"/>
                </a:cubicBezTo>
                <a:cubicBezTo>
                  <a:pt x="2757906" y="2640290"/>
                  <a:pt x="3044226" y="3781755"/>
                  <a:pt x="630305" y="3781755"/>
                </a:cubicBezTo>
                <a:cubicBezTo>
                  <a:pt x="282197" y="3781755"/>
                  <a:pt x="0" y="3499558"/>
                  <a:pt x="0" y="3151450"/>
                </a:cubicBezTo>
                <a:lnTo>
                  <a:pt x="0" y="630305"/>
                </a:lnTo>
                <a:close/>
              </a:path>
            </a:pathLst>
          </a:custGeom>
          <a:solidFill>
            <a:schemeClr val="bg1">
              <a:alpha val="7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3" name="Rectángulo: esquinas redondeadas 52">
            <a:extLst>
              <a:ext uri="{FF2B5EF4-FFF2-40B4-BE49-F238E27FC236}">
                <a16:creationId xmlns:a16="http://schemas.microsoft.com/office/drawing/2014/main" id="{4329895C-2B81-5337-4017-8202916DE54F}"/>
              </a:ext>
            </a:extLst>
          </p:cNvPr>
          <p:cNvSpPr/>
          <p:nvPr/>
        </p:nvSpPr>
        <p:spPr>
          <a:xfrm>
            <a:off x="10529025" y="2431049"/>
            <a:ext cx="3534929" cy="4370385"/>
          </a:xfrm>
          <a:prstGeom prst="roundRect">
            <a:avLst/>
          </a:prstGeom>
          <a:solidFill>
            <a:schemeClr val="bg1">
              <a:alpha val="7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 name="Rectángulo: esquinas redondeadas 54">
            <a:extLst>
              <a:ext uri="{FF2B5EF4-FFF2-40B4-BE49-F238E27FC236}">
                <a16:creationId xmlns:a16="http://schemas.microsoft.com/office/drawing/2014/main" id="{F5E7FE85-8124-16C5-32F4-E9E7F63E5FF7}"/>
              </a:ext>
            </a:extLst>
          </p:cNvPr>
          <p:cNvSpPr/>
          <p:nvPr/>
        </p:nvSpPr>
        <p:spPr>
          <a:xfrm>
            <a:off x="3233057" y="4594468"/>
            <a:ext cx="4630522" cy="2111992"/>
          </a:xfrm>
          <a:prstGeom prst="roundRect">
            <a:avLst/>
          </a:prstGeom>
          <a:solidFill>
            <a:schemeClr val="bg1">
              <a:alpha val="73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4" name="Grupo 3">
            <a:extLst>
              <a:ext uri="{FF2B5EF4-FFF2-40B4-BE49-F238E27FC236}">
                <a16:creationId xmlns:a16="http://schemas.microsoft.com/office/drawing/2014/main" id="{7B9C01A9-3B40-D3C6-0A22-C6E638785DEB}"/>
              </a:ext>
            </a:extLst>
          </p:cNvPr>
          <p:cNvGrpSpPr/>
          <p:nvPr/>
        </p:nvGrpSpPr>
        <p:grpSpPr>
          <a:xfrm>
            <a:off x="7137571" y="2624868"/>
            <a:ext cx="9772034" cy="4574297"/>
            <a:chOff x="7137571" y="2624868"/>
            <a:chExt cx="9772034" cy="4574297"/>
          </a:xfrm>
        </p:grpSpPr>
        <p:grpSp>
          <p:nvGrpSpPr>
            <p:cNvPr id="51" name="Grupo 50">
              <a:extLst>
                <a:ext uri="{FF2B5EF4-FFF2-40B4-BE49-F238E27FC236}">
                  <a16:creationId xmlns:a16="http://schemas.microsoft.com/office/drawing/2014/main" id="{836C7338-1B44-EE02-166E-38F40A935291}"/>
                </a:ext>
              </a:extLst>
            </p:cNvPr>
            <p:cNvGrpSpPr/>
            <p:nvPr/>
          </p:nvGrpSpPr>
          <p:grpSpPr>
            <a:xfrm>
              <a:off x="7137571" y="2624868"/>
              <a:ext cx="8640179" cy="4574297"/>
              <a:chOff x="7137571" y="2624868"/>
              <a:chExt cx="8640179" cy="4574297"/>
            </a:xfrm>
          </p:grpSpPr>
          <p:grpSp>
            <p:nvGrpSpPr>
              <p:cNvPr id="46" name="Grupo 45">
                <a:extLst>
                  <a:ext uri="{FF2B5EF4-FFF2-40B4-BE49-F238E27FC236}">
                    <a16:creationId xmlns:a16="http://schemas.microsoft.com/office/drawing/2014/main" id="{7B371C6E-55E8-C278-6A1B-1A3AAA1F81AF}"/>
                  </a:ext>
                </a:extLst>
              </p:cNvPr>
              <p:cNvGrpSpPr/>
              <p:nvPr/>
            </p:nvGrpSpPr>
            <p:grpSpPr>
              <a:xfrm>
                <a:off x="7137571" y="2624868"/>
                <a:ext cx="8640179" cy="4574297"/>
                <a:chOff x="7137571" y="2624868"/>
                <a:chExt cx="8640179" cy="4574297"/>
              </a:xfrm>
            </p:grpSpPr>
            <p:sp>
              <p:nvSpPr>
                <p:cNvPr id="8" name="Freeform 29">
                  <a:extLst>
                    <a:ext uri="{FF2B5EF4-FFF2-40B4-BE49-F238E27FC236}">
                      <a16:creationId xmlns:a16="http://schemas.microsoft.com/office/drawing/2014/main" id="{5AAC4F7D-0E77-10B6-8D33-3523D9222B0A}"/>
                    </a:ext>
                  </a:extLst>
                </p:cNvPr>
                <p:cNvSpPr/>
                <p:nvPr/>
              </p:nvSpPr>
              <p:spPr>
                <a:xfrm>
                  <a:off x="7995404" y="6117898"/>
                  <a:ext cx="1216087" cy="711935"/>
                </a:xfrm>
                <a:custGeom>
                  <a:avLst/>
                  <a:gdLst/>
                  <a:ahLst/>
                  <a:cxnLst/>
                  <a:rect l="l" t="t" r="r" b="b"/>
                  <a:pathLst>
                    <a:path w="1958779" h="1399637">
                      <a:moveTo>
                        <a:pt x="0" y="0"/>
                      </a:moveTo>
                      <a:lnTo>
                        <a:pt x="1958779" y="0"/>
                      </a:lnTo>
                      <a:lnTo>
                        <a:pt x="1958779" y="1399637"/>
                      </a:lnTo>
                      <a:lnTo>
                        <a:pt x="0" y="1399637"/>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4" name="CuadroTexto 14">
                  <a:extLst>
                    <a:ext uri="{FF2B5EF4-FFF2-40B4-BE49-F238E27FC236}">
                      <a16:creationId xmlns:a16="http://schemas.microsoft.com/office/drawing/2014/main" id="{7D5C44E6-ADB9-C881-70DA-171C282A4A25}"/>
                    </a:ext>
                  </a:extLst>
                </p:cNvPr>
                <p:cNvSpPr txBox="1"/>
                <p:nvPr/>
              </p:nvSpPr>
              <p:spPr>
                <a:xfrm>
                  <a:off x="12242821" y="2624868"/>
                  <a:ext cx="3534929" cy="1323439"/>
                </a:xfrm>
                <a:prstGeom prst="rect">
                  <a:avLst/>
                </a:prstGeom>
                <a:noFill/>
              </p:spPr>
              <p:txBody>
                <a:bodyPr wrap="square" rtlCol="0">
                  <a:spAutoFit/>
                </a:bodyPr>
                <a:lstStyle/>
                <a:p>
                  <a:pPr marL="342900" indent="-342900">
                    <a:buClr>
                      <a:srgbClr val="C00000"/>
                    </a:buClr>
                    <a:buFont typeface="Calibri" panose="020F0502020204030204" pitchFamily="34" charset="0"/>
                    <a:buChar char="ꓫ"/>
                  </a:pPr>
                  <a:r>
                    <a:rPr lang="fr-FR" sz="2000" dirty="0">
                      <a:solidFill>
                        <a:schemeClr val="accent3">
                          <a:lumMod val="50000"/>
                        </a:schemeClr>
                      </a:solidFill>
                      <a:latin typeface="Times New Roman" panose="02020603050405020304" pitchFamily="18" charset="0"/>
                      <a:cs typeface="Times New Roman" panose="02020603050405020304" pitchFamily="18" charset="0"/>
                    </a:rPr>
                    <a:t>Consommation par territoire</a:t>
                  </a:r>
                </a:p>
                <a:p>
                  <a:pPr marL="342900" indent="-342900">
                    <a:buClr>
                      <a:srgbClr val="C00000"/>
                    </a:buClr>
                    <a:buFont typeface="Calibri" panose="020F0502020204030204" pitchFamily="34" charset="0"/>
                    <a:buChar char="ꓫ"/>
                  </a:pPr>
                  <a:r>
                    <a:rPr lang="fr-FR" sz="2000" dirty="0">
                      <a:solidFill>
                        <a:schemeClr val="accent3">
                          <a:lumMod val="50000"/>
                        </a:schemeClr>
                      </a:solidFill>
                      <a:latin typeface="Times New Roman" panose="02020603050405020304" pitchFamily="18" charset="0"/>
                      <a:cs typeface="Times New Roman" panose="02020603050405020304" pitchFamily="18" charset="0"/>
                    </a:rPr>
                    <a:t>Méconnaissance sur les flux</a:t>
                  </a:r>
                </a:p>
                <a:p>
                  <a:pPr marL="342900" indent="-342900">
                    <a:buClr>
                      <a:srgbClr val="C00000"/>
                    </a:buClr>
                    <a:buFont typeface="Calibri" panose="020F0502020204030204" pitchFamily="34" charset="0"/>
                    <a:buChar char="ꓫ"/>
                  </a:pPr>
                  <a:r>
                    <a:rPr lang="fr-FR" sz="2000" dirty="0">
                      <a:solidFill>
                        <a:schemeClr val="accent3">
                          <a:lumMod val="50000"/>
                        </a:schemeClr>
                      </a:solidFill>
                      <a:latin typeface="Times New Roman" panose="02020603050405020304" pitchFamily="18" charset="0"/>
                      <a:cs typeface="Times New Roman" panose="02020603050405020304" pitchFamily="18" charset="0"/>
                    </a:rPr>
                    <a:t>Manque de flexibilité</a:t>
                  </a:r>
                </a:p>
                <a:p>
                  <a:pPr marL="342900" indent="-342900">
                    <a:buClr>
                      <a:srgbClr val="C00000"/>
                    </a:buClr>
                    <a:buFont typeface="Calibri" panose="020F0502020204030204" pitchFamily="34" charset="0"/>
                    <a:buChar char="ꓫ"/>
                  </a:pPr>
                  <a:r>
                    <a:rPr lang="fr-FR" sz="2000" dirty="0">
                      <a:solidFill>
                        <a:schemeClr val="accent3">
                          <a:lumMod val="50000"/>
                        </a:schemeClr>
                      </a:solidFill>
                      <a:latin typeface="Times New Roman" panose="02020603050405020304" pitchFamily="18" charset="0"/>
                      <a:cs typeface="Times New Roman" panose="02020603050405020304" pitchFamily="18" charset="0"/>
                    </a:rPr>
                    <a:t>Coûts de gestion élèves </a:t>
                  </a:r>
                </a:p>
              </p:txBody>
            </p:sp>
            <p:sp>
              <p:nvSpPr>
                <p:cNvPr id="20" name="CuadroTexto 19">
                  <a:extLst>
                    <a:ext uri="{FF2B5EF4-FFF2-40B4-BE49-F238E27FC236}">
                      <a16:creationId xmlns:a16="http://schemas.microsoft.com/office/drawing/2014/main" id="{D70ADB13-9615-C38E-401D-78C0A146B3C2}"/>
                    </a:ext>
                  </a:extLst>
                </p:cNvPr>
                <p:cNvSpPr txBox="1"/>
                <p:nvPr/>
              </p:nvSpPr>
              <p:spPr>
                <a:xfrm>
                  <a:off x="7137571" y="6829833"/>
                  <a:ext cx="2958672" cy="369332"/>
                </a:xfrm>
                <a:custGeom>
                  <a:avLst/>
                  <a:gdLst>
                    <a:gd name="csX0" fmla="*/ 0 w 4039012"/>
                    <a:gd name="csY0" fmla="*/ 0 h 369332"/>
                    <a:gd name="csX1" fmla="*/ 4039012 w 4039012"/>
                    <a:gd name="csY1" fmla="*/ 0 h 369332"/>
                    <a:gd name="csX2" fmla="*/ 4039012 w 4039012"/>
                    <a:gd name="csY2" fmla="*/ 369332 h 369332"/>
                    <a:gd name="csX3" fmla="*/ 0 w 4039012"/>
                    <a:gd name="csY3" fmla="*/ 369332 h 369332"/>
                    <a:gd name="csX4" fmla="*/ 0 w 4039012"/>
                    <a:gd name="csY4" fmla="*/ 0 h 369332"/>
                    <a:gd name="csX0" fmla="*/ 0 w 4039012"/>
                    <a:gd name="csY0" fmla="*/ 0 h 636032"/>
                    <a:gd name="csX1" fmla="*/ 4039012 w 4039012"/>
                    <a:gd name="csY1" fmla="*/ 0 h 636032"/>
                    <a:gd name="csX2" fmla="*/ 2972212 w 4039012"/>
                    <a:gd name="csY2" fmla="*/ 636032 h 636032"/>
                    <a:gd name="csX3" fmla="*/ 0 w 4039012"/>
                    <a:gd name="csY3" fmla="*/ 369332 h 636032"/>
                    <a:gd name="csX4" fmla="*/ 0 w 4039012"/>
                    <a:gd name="csY4" fmla="*/ 0 h 636032"/>
                    <a:gd name="csX0" fmla="*/ 0 w 4039012"/>
                    <a:gd name="csY0" fmla="*/ 0 h 692432"/>
                    <a:gd name="csX1" fmla="*/ 4039012 w 4039012"/>
                    <a:gd name="csY1" fmla="*/ 0 h 692432"/>
                    <a:gd name="csX2" fmla="*/ 2972212 w 4039012"/>
                    <a:gd name="csY2" fmla="*/ 636032 h 692432"/>
                    <a:gd name="csX3" fmla="*/ 0 w 4039012"/>
                    <a:gd name="csY3" fmla="*/ 369332 h 692432"/>
                    <a:gd name="csX4" fmla="*/ 0 w 4039012"/>
                    <a:gd name="csY4" fmla="*/ 0 h 692432"/>
                  </a:gdLst>
                  <a:ahLst/>
                  <a:cxnLst>
                    <a:cxn ang="0">
                      <a:pos x="csX0" y="csY0"/>
                    </a:cxn>
                    <a:cxn ang="0">
                      <a:pos x="csX1" y="csY1"/>
                    </a:cxn>
                    <a:cxn ang="0">
                      <a:pos x="csX2" y="csY2"/>
                    </a:cxn>
                    <a:cxn ang="0">
                      <a:pos x="csX3" y="csY3"/>
                    </a:cxn>
                    <a:cxn ang="0">
                      <a:pos x="csX4" y="csY4"/>
                    </a:cxn>
                  </a:cxnLst>
                  <a:rect l="l" t="t" r="r" b="b"/>
                  <a:pathLst>
                    <a:path w="4039012" h="692432">
                      <a:moveTo>
                        <a:pt x="0" y="0"/>
                      </a:moveTo>
                      <a:lnTo>
                        <a:pt x="4039012" y="0"/>
                      </a:lnTo>
                      <a:lnTo>
                        <a:pt x="2972212" y="636032"/>
                      </a:lnTo>
                      <a:cubicBezTo>
                        <a:pt x="1695725" y="832882"/>
                        <a:pt x="990737" y="458232"/>
                        <a:pt x="0" y="369332"/>
                      </a:cubicBezTo>
                      <a:lnTo>
                        <a:pt x="0" y="0"/>
                      </a:lnTo>
                      <a:close/>
                    </a:path>
                  </a:pathLst>
                </a:custGeom>
                <a:noFill/>
              </p:spPr>
              <p:txBody>
                <a:bodyPr wrap="square" rtlCol="0">
                  <a:spAutoFit/>
                </a:bodyPr>
                <a:lstStyle/>
                <a:p>
                  <a:pPr algn="ctr"/>
                  <a:r>
                    <a:rPr lang="fr-FR" b="1">
                      <a:solidFill>
                        <a:srgbClr val="445240"/>
                      </a:solidFill>
                      <a:latin typeface="Amasis MT Pro" panose="02040504050005020304" pitchFamily="18" charset="0"/>
                    </a:rPr>
                    <a:t>Collectivité territoriale</a:t>
                  </a:r>
                </a:p>
              </p:txBody>
            </p:sp>
            <p:cxnSp>
              <p:nvCxnSpPr>
                <p:cNvPr id="21" name="Conector: angular 20">
                  <a:extLst>
                    <a:ext uri="{FF2B5EF4-FFF2-40B4-BE49-F238E27FC236}">
                      <a16:creationId xmlns:a16="http://schemas.microsoft.com/office/drawing/2014/main" id="{293D309E-8F1B-725D-5A2F-9FFAA3C5833D}"/>
                    </a:ext>
                  </a:extLst>
                </p:cNvPr>
                <p:cNvCxnSpPr>
                  <a:cxnSpLocks/>
                  <a:endCxn id="14" idx="1"/>
                </p:cNvCxnSpPr>
                <p:nvPr/>
              </p:nvCxnSpPr>
              <p:spPr>
                <a:xfrm flipV="1">
                  <a:off x="8672196" y="3286588"/>
                  <a:ext cx="3570625" cy="2831310"/>
                </a:xfrm>
                <a:prstGeom prst="bentConnector3">
                  <a:avLst>
                    <a:gd name="adj1" fmla="val 50000"/>
                  </a:avLst>
                </a:prstGeom>
                <a:ln w="38100">
                  <a:solidFill>
                    <a:srgbClr val="445240"/>
                  </a:solidFill>
                  <a:tailEnd type="triangle"/>
                </a:ln>
              </p:spPr>
              <p:style>
                <a:lnRef idx="1">
                  <a:schemeClr val="accent1"/>
                </a:lnRef>
                <a:fillRef idx="0">
                  <a:schemeClr val="accent1"/>
                </a:fillRef>
                <a:effectRef idx="0">
                  <a:schemeClr val="accent1"/>
                </a:effectRef>
                <a:fontRef idx="minor">
                  <a:schemeClr val="tx1"/>
                </a:fontRef>
              </p:style>
            </p:cxnSp>
          </p:grpSp>
          <p:pic>
            <p:nvPicPr>
              <p:cNvPr id="1026" name="Picture 2" descr="El Valor Del Dinero Sube Y Baja Para Conceptos Móviles Y Diseños Web Iconos  De Negocios Simples Símbolos Estables Subida Y Bajada Del Tipo De Cambio  Del Dólar Tipo De Cambio Del">
                <a:extLst>
                  <a:ext uri="{FF2B5EF4-FFF2-40B4-BE49-F238E27FC236}">
                    <a16:creationId xmlns:a16="http://schemas.microsoft.com/office/drawing/2014/main" id="{CFF7670F-CE36-9C8F-1FBD-6B5CE1042C2B}"/>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21309" r="50138" b="27867"/>
              <a:stretch>
                <a:fillRect/>
              </a:stretch>
            </p:blipFill>
            <p:spPr bwMode="auto">
              <a:xfrm>
                <a:off x="13306296" y="3948308"/>
                <a:ext cx="601878" cy="613503"/>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2" descr="El Valor Del Dinero Sube Y Baja Para Conceptos Móviles Y Diseños Web Iconos  De Negocios Simples Símbolos Estables Subida Y Bajada Del Tipo De Cambio  Del Dólar Tipo De Cambio Del">
                <a:extLst>
                  <a:ext uri="{FF2B5EF4-FFF2-40B4-BE49-F238E27FC236}">
                    <a16:creationId xmlns:a16="http://schemas.microsoft.com/office/drawing/2014/main" id="{4AA56D07-E713-2D43-002C-33990C358928}"/>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50138" t="29204" b="19972"/>
              <a:stretch>
                <a:fillRect/>
              </a:stretch>
            </p:blipFill>
            <p:spPr bwMode="auto">
              <a:xfrm>
                <a:off x="13884320" y="3899357"/>
                <a:ext cx="1298362" cy="1323439"/>
              </a:xfrm>
              <a:prstGeom prst="rect">
                <a:avLst/>
              </a:prstGeom>
              <a:noFill/>
              <a:extLst>
                <a:ext uri="{909E8E84-426E-40DD-AFC4-6F175D3DCCD1}">
                  <a14:hiddenFill xmlns:a14="http://schemas.microsoft.com/office/drawing/2010/main">
                    <a:solidFill>
                      <a:srgbClr val="FFFFFF"/>
                    </a:solidFill>
                  </a14:hiddenFill>
                </a:ext>
              </a:extLst>
            </p:spPr>
          </p:pic>
        </p:grpSp>
        <p:pic>
          <p:nvPicPr>
            <p:cNvPr id="1028" name="Picture 4" descr="La loi anti-gaspillage pour les nuls - Options Solutions">
              <a:extLst>
                <a:ext uri="{FF2B5EF4-FFF2-40B4-BE49-F238E27FC236}">
                  <a16:creationId xmlns:a16="http://schemas.microsoft.com/office/drawing/2014/main" id="{20FD3B30-7517-9B77-694C-496C3A13B617}"/>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20879" t="20548" r="17226" b="19799"/>
            <a:stretch>
              <a:fillRect/>
            </a:stretch>
          </p:blipFill>
          <p:spPr bwMode="auto">
            <a:xfrm>
              <a:off x="15632108" y="3168187"/>
              <a:ext cx="1277497" cy="820809"/>
            </a:xfrm>
            <a:prstGeom prst="rect">
              <a:avLst/>
            </a:prstGeom>
            <a:noFill/>
            <a:extLst>
              <a:ext uri="{909E8E84-426E-40DD-AFC4-6F175D3DCCD1}">
                <a14:hiddenFill xmlns:a14="http://schemas.microsoft.com/office/drawing/2010/main">
                  <a:solidFill>
                    <a:srgbClr val="FFFFFF"/>
                  </a:solidFill>
                </a14:hiddenFill>
              </a:ext>
            </a:extLst>
          </p:spPr>
        </p:pic>
      </p:grpSp>
      <p:pic>
        <p:nvPicPr>
          <p:cNvPr id="2050" name="Picture 2" descr="Vectores de Problema png - Descarga vectores gratis de gran calidad de  Freepik | Freepik">
            <a:extLst>
              <a:ext uri="{FF2B5EF4-FFF2-40B4-BE49-F238E27FC236}">
                <a16:creationId xmlns:a16="http://schemas.microsoft.com/office/drawing/2014/main" id="{B536FA37-6C95-BD75-7789-7023D0D5182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544799" y="7724324"/>
            <a:ext cx="1785821" cy="1785821"/>
          </a:xfrm>
          <a:prstGeom prst="rect">
            <a:avLst/>
          </a:prstGeom>
          <a:noFill/>
          <a:extLst>
            <a:ext uri="{909E8E84-426E-40DD-AFC4-6F175D3DCCD1}">
              <a14:hiddenFill xmlns:a14="http://schemas.microsoft.com/office/drawing/2010/main">
                <a:solidFill>
                  <a:srgbClr val="FFFFFF"/>
                </a:solidFill>
              </a14:hiddenFill>
            </a:ext>
          </a:extLst>
        </p:spPr>
      </p:pic>
      <p:grpSp>
        <p:nvGrpSpPr>
          <p:cNvPr id="9" name="Grupo 8">
            <a:extLst>
              <a:ext uri="{FF2B5EF4-FFF2-40B4-BE49-F238E27FC236}">
                <a16:creationId xmlns:a16="http://schemas.microsoft.com/office/drawing/2014/main" id="{A00EF4D4-3B46-5B19-9878-2E7B11E3AC35}"/>
              </a:ext>
            </a:extLst>
          </p:cNvPr>
          <p:cNvGrpSpPr/>
          <p:nvPr/>
        </p:nvGrpSpPr>
        <p:grpSpPr>
          <a:xfrm>
            <a:off x="524841" y="7278431"/>
            <a:ext cx="1572371" cy="1572371"/>
            <a:chOff x="712031" y="7278431"/>
            <a:chExt cx="1572371" cy="1572371"/>
          </a:xfrm>
        </p:grpSpPr>
        <p:pic>
          <p:nvPicPr>
            <p:cNvPr id="2052" name="Picture 4" descr="Gestión de materiales - Iconos gratis de envío y entrega">
              <a:extLst>
                <a:ext uri="{FF2B5EF4-FFF2-40B4-BE49-F238E27FC236}">
                  <a16:creationId xmlns:a16="http://schemas.microsoft.com/office/drawing/2014/main" id="{A8365433-CF3F-8FD2-79B6-90FE62A5FE2A}"/>
                </a:ext>
              </a:extLst>
            </p:cNvPr>
            <p:cNvPicPr>
              <a:picLocks noChangeAspect="1" noChangeArrowheads="1"/>
            </p:cNvPicPr>
            <p:nvPr/>
          </p:nvPicPr>
          <p:blipFill>
            <a:blip r:embed="rId10"/>
            <a:srcRect/>
            <a:stretch/>
          </p:blipFill>
          <p:spPr bwMode="auto">
            <a:xfrm>
              <a:off x="712031" y="7278431"/>
              <a:ext cx="1572371" cy="157237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Icono de Inconformidad Generic color lineal-color | Freepik">
              <a:extLst>
                <a:ext uri="{FF2B5EF4-FFF2-40B4-BE49-F238E27FC236}">
                  <a16:creationId xmlns:a16="http://schemas.microsoft.com/office/drawing/2014/main" id="{CB63D592-F250-4517-16F8-D84A664004D8}"/>
                </a:ext>
              </a:extLst>
            </p:cNvPr>
            <p:cNvPicPr>
              <a:picLocks noChangeAspect="1" noChangeArrowheads="1"/>
            </p:cNvPicPr>
            <p:nvPr/>
          </p:nvPicPr>
          <p:blipFill rotWithShape="1">
            <a:blip r:embed="rId11" cstate="print">
              <a:extLst>
                <a:ext uri="{28A0092B-C50C-407E-A947-70E740481C1C}">
                  <a14:useLocalDpi xmlns:a14="http://schemas.microsoft.com/office/drawing/2010/main" val="0"/>
                </a:ext>
              </a:extLst>
            </a:blip>
            <a:srcRect l="11668" t="71518" r="62490" b="4498"/>
            <a:stretch>
              <a:fillRect/>
            </a:stretch>
          </p:blipFill>
          <p:spPr bwMode="auto">
            <a:xfrm>
              <a:off x="1604014" y="7777733"/>
              <a:ext cx="434857" cy="403583"/>
            </a:xfrm>
            <a:prstGeom prst="rect">
              <a:avLst/>
            </a:prstGeom>
            <a:noFill/>
            <a:extLst>
              <a:ext uri="{909E8E84-426E-40DD-AFC4-6F175D3DCCD1}">
                <a14:hiddenFill xmlns:a14="http://schemas.microsoft.com/office/drawing/2010/main">
                  <a:solidFill>
                    <a:srgbClr val="FFFFFF"/>
                  </a:solidFill>
                </a14:hiddenFill>
              </a:ext>
            </a:extLst>
          </p:spPr>
        </p:pic>
      </p:grpSp>
      <p:sp>
        <p:nvSpPr>
          <p:cNvPr id="24" name="Forma libre: forma 23">
            <a:extLst>
              <a:ext uri="{FF2B5EF4-FFF2-40B4-BE49-F238E27FC236}">
                <a16:creationId xmlns:a16="http://schemas.microsoft.com/office/drawing/2014/main" id="{7448AEF3-0BC8-A62E-0C5A-4B6349D3878B}"/>
              </a:ext>
            </a:extLst>
          </p:cNvPr>
          <p:cNvSpPr/>
          <p:nvPr/>
        </p:nvSpPr>
        <p:spPr>
          <a:xfrm>
            <a:off x="4488223" y="6629400"/>
            <a:ext cx="5839598" cy="2754527"/>
          </a:xfrm>
          <a:custGeom>
            <a:avLst/>
            <a:gdLst>
              <a:gd name="csX0" fmla="*/ 1050681 w 7088832"/>
              <a:gd name="csY0" fmla="*/ 206162 h 3304606"/>
              <a:gd name="csX1" fmla="*/ 2931 w 7088832"/>
              <a:gd name="csY1" fmla="*/ 682412 h 3304606"/>
              <a:gd name="csX2" fmla="*/ 860181 w 7088832"/>
              <a:gd name="csY2" fmla="*/ 2282612 h 3304606"/>
              <a:gd name="csX3" fmla="*/ 4003431 w 7088832"/>
              <a:gd name="csY3" fmla="*/ 3120812 h 3304606"/>
              <a:gd name="csX4" fmla="*/ 6879981 w 7088832"/>
              <a:gd name="csY4" fmla="*/ 3139862 h 3304606"/>
              <a:gd name="csX5" fmla="*/ 6727581 w 7088832"/>
              <a:gd name="csY5" fmla="*/ 1311062 h 3304606"/>
              <a:gd name="csX6" fmla="*/ 5622681 w 7088832"/>
              <a:gd name="csY6" fmla="*/ 834812 h 3304606"/>
              <a:gd name="csX7" fmla="*/ 4460631 w 7088832"/>
              <a:gd name="csY7" fmla="*/ 1101512 h 3304606"/>
              <a:gd name="csX8" fmla="*/ 3565281 w 7088832"/>
              <a:gd name="csY8" fmla="*/ 606212 h 3304606"/>
              <a:gd name="csX9" fmla="*/ 3069981 w 7088832"/>
              <a:gd name="csY9" fmla="*/ 15662 h 3304606"/>
              <a:gd name="csX10" fmla="*/ 1050681 w 7088832"/>
              <a:gd name="csY10" fmla="*/ 206162 h 33046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7088832" h="3304606">
                <a:moveTo>
                  <a:pt x="1050681" y="206162"/>
                </a:moveTo>
                <a:cubicBezTo>
                  <a:pt x="539506" y="317287"/>
                  <a:pt x="34681" y="336337"/>
                  <a:pt x="2931" y="682412"/>
                </a:cubicBezTo>
                <a:cubicBezTo>
                  <a:pt x="-28819" y="1028487"/>
                  <a:pt x="193431" y="1876212"/>
                  <a:pt x="860181" y="2282612"/>
                </a:cubicBezTo>
                <a:cubicBezTo>
                  <a:pt x="1526931" y="2689012"/>
                  <a:pt x="3000131" y="2977937"/>
                  <a:pt x="4003431" y="3120812"/>
                </a:cubicBezTo>
                <a:cubicBezTo>
                  <a:pt x="5006731" y="3263687"/>
                  <a:pt x="6425956" y="3441487"/>
                  <a:pt x="6879981" y="3139862"/>
                </a:cubicBezTo>
                <a:cubicBezTo>
                  <a:pt x="7334006" y="2838237"/>
                  <a:pt x="6937131" y="1695237"/>
                  <a:pt x="6727581" y="1311062"/>
                </a:cubicBezTo>
                <a:cubicBezTo>
                  <a:pt x="6518031" y="926887"/>
                  <a:pt x="6000506" y="869737"/>
                  <a:pt x="5622681" y="834812"/>
                </a:cubicBezTo>
                <a:cubicBezTo>
                  <a:pt x="5244856" y="799887"/>
                  <a:pt x="4803531" y="1139612"/>
                  <a:pt x="4460631" y="1101512"/>
                </a:cubicBezTo>
                <a:cubicBezTo>
                  <a:pt x="4117731" y="1063412"/>
                  <a:pt x="3797056" y="787187"/>
                  <a:pt x="3565281" y="606212"/>
                </a:cubicBezTo>
                <a:cubicBezTo>
                  <a:pt x="3333506" y="425237"/>
                  <a:pt x="3492256" y="79162"/>
                  <a:pt x="3069981" y="15662"/>
                </a:cubicBezTo>
                <a:cubicBezTo>
                  <a:pt x="2647706" y="-47838"/>
                  <a:pt x="1561856" y="95037"/>
                  <a:pt x="1050681" y="206162"/>
                </a:cubicBezTo>
                <a:close/>
              </a:path>
            </a:pathLst>
          </a:custGeom>
          <a:solidFill>
            <a:schemeClr val="bg2">
              <a:lumMod val="90000"/>
              <a:alpha val="21000"/>
            </a:schemeClr>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Slide Number Placeholder 12">
            <a:extLst>
              <a:ext uri="{FF2B5EF4-FFF2-40B4-BE49-F238E27FC236}">
                <a16:creationId xmlns:a16="http://schemas.microsoft.com/office/drawing/2014/main" id="{3983FED1-0804-7F9B-600F-67AA96B8B872}"/>
              </a:ext>
            </a:extLst>
          </p:cNvPr>
          <p:cNvSpPr>
            <a:spLocks noGrp="1"/>
          </p:cNvSpPr>
          <p:nvPr>
            <p:ph type="sldNum" sz="quarter" idx="12"/>
          </p:nvPr>
        </p:nvSpPr>
        <p:spPr/>
        <p:txBody>
          <a:bodyPr/>
          <a:lstStyle/>
          <a:p>
            <a:fld id="{B6F15528-21DE-4FAA-801E-634DDDAF4B2B}" type="slidenum">
              <a:rPr lang="en-US" smtClean="0"/>
              <a:pPr/>
              <a:t>27</a:t>
            </a:fld>
            <a:endParaRPr lang="en-US"/>
          </a:p>
        </p:txBody>
      </p:sp>
    </p:spTree>
    <p:extLst>
      <p:ext uri="{BB962C8B-B14F-4D97-AF65-F5344CB8AC3E}">
        <p14:creationId xmlns:p14="http://schemas.microsoft.com/office/powerpoint/2010/main" val="1990449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55"/>
                                        </p:tgtEl>
                                      </p:cBhvr>
                                    </p:animEffect>
                                    <p:set>
                                      <p:cBhvr>
                                        <p:cTn id="7" dur="1" fill="hold">
                                          <p:stCondLst>
                                            <p:cond delay="499"/>
                                          </p:stCondLst>
                                        </p:cTn>
                                        <p:tgtEl>
                                          <p:spTgt spid="55"/>
                                        </p:tgtEl>
                                        <p:attrNameLst>
                                          <p:attrName>style.visibility</p:attrName>
                                        </p:attrNameLst>
                                      </p:cBhvr>
                                      <p:to>
                                        <p:strVal val="hidden"/>
                                      </p:to>
                                    </p:set>
                                  </p:childTnLst>
                                </p:cTn>
                              </p:par>
                              <p:par>
                                <p:cTn id="8" presetID="1" presetClass="entr" presetSubtype="0" fill="hold" nodeType="withEffect">
                                  <p:stCondLst>
                                    <p:cond delay="0"/>
                                  </p:stCondLst>
                                  <p:childTnLst>
                                    <p:set>
                                      <p:cBhvr>
                                        <p:cTn id="9" dur="1" fill="hold">
                                          <p:stCondLst>
                                            <p:cond delay="0"/>
                                          </p:stCondLst>
                                        </p:cTn>
                                        <p:tgtEl>
                                          <p:spTgt spid="49"/>
                                        </p:tgtEl>
                                        <p:attrNameLst>
                                          <p:attrName>style.visibility</p:attrName>
                                        </p:attrNameLst>
                                      </p:cBhvr>
                                      <p:to>
                                        <p:strVal val="visible"/>
                                      </p:to>
                                    </p:set>
                                  </p:childTnLst>
                                </p:cTn>
                              </p:par>
                              <p:par>
                                <p:cTn id="10" presetID="1" presetClass="entr" presetSubtype="0" fill="hold" nodeType="withEffect">
                                  <p:stCondLst>
                                    <p:cond delay="0"/>
                                  </p:stCondLst>
                                  <p:childTnLst>
                                    <p:set>
                                      <p:cBhvr>
                                        <p:cTn id="11"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Lst>
  </p:timing>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F5B8A51-5D28-EEEB-EA16-A4331DAD648D}"/>
            </a:ext>
          </a:extLst>
        </p:cNvPr>
        <p:cNvGrpSpPr/>
        <p:nvPr/>
      </p:nvGrpSpPr>
      <p:grpSpPr>
        <a:xfrm>
          <a:off x="0" y="0"/>
          <a:ext cx="0" cy="0"/>
          <a:chOff x="0" y="0"/>
          <a:chExt cx="0" cy="0"/>
        </a:xfrm>
      </p:grpSpPr>
      <p:sp>
        <p:nvSpPr>
          <p:cNvPr id="23" name="Rectángulo 22">
            <a:extLst>
              <a:ext uri="{FF2B5EF4-FFF2-40B4-BE49-F238E27FC236}">
                <a16:creationId xmlns:a16="http://schemas.microsoft.com/office/drawing/2014/main" id="{80D4EC55-F244-E032-318D-C50B839F5E89}"/>
              </a:ext>
            </a:extLst>
          </p:cNvPr>
          <p:cNvSpPr/>
          <p:nvPr/>
        </p:nvSpPr>
        <p:spPr>
          <a:xfrm>
            <a:off x="0" y="-3921"/>
            <a:ext cx="18288000" cy="1700412"/>
          </a:xfrm>
          <a:prstGeom prst="rect">
            <a:avLst/>
          </a:prstGeom>
          <a:gradFill flip="none" rotWithShape="1">
            <a:gsLst>
              <a:gs pos="0">
                <a:srgbClr val="445240"/>
              </a:gs>
              <a:gs pos="88000">
                <a:srgbClr val="445240">
                  <a:alpha val="17000"/>
                </a:srgbClr>
              </a:gs>
              <a:gs pos="54000">
                <a:srgbClr val="445240">
                  <a:alpha val="64000"/>
                </a:srgbClr>
              </a:gs>
              <a:gs pos="74000">
                <a:srgbClr val="445240">
                  <a:alpha val="49000"/>
                </a:srgbClr>
              </a:gs>
              <a:gs pos="100000">
                <a:srgbClr val="445240">
                  <a:alpha val="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 name="Picture 12" descr="A green number with a white background&#10;&#10;Description automatically generated">
            <a:extLst>
              <a:ext uri="{FF2B5EF4-FFF2-40B4-BE49-F238E27FC236}">
                <a16:creationId xmlns:a16="http://schemas.microsoft.com/office/drawing/2014/main" id="{183550E0-0830-2B18-7B0B-AB73C774DEB6}"/>
              </a:ext>
            </a:extLst>
          </p:cNvPr>
          <p:cNvPicPr>
            <a:picLocks noChangeAspect="1"/>
          </p:cNvPicPr>
          <p:nvPr/>
        </p:nvPicPr>
        <p:blipFill>
          <a:blip r:embed="rId3" cstate="print">
            <a:biLevel thresh="25000"/>
            <a:extLst>
              <a:ext uri="{BEBA8EAE-BF5A-486C-A8C5-ECC9F3942E4B}">
                <a14:imgProps xmlns:a14="http://schemas.microsoft.com/office/drawing/2010/main">
                  <a14:imgLayer r:embed="rId4">
                    <a14:imgEffect>
                      <a14:backgroundRemoval t="14524" b="87143" l="1586" r="97260">
                        <a14:foregroundMark x1="16078" y1="39286" x2="16078" y2="39286"/>
                        <a14:foregroundMark x1="6849" y1="41905" x2="6849" y2="41905"/>
                        <a14:foregroundMark x1="50180" y1="55238" x2="50180" y2="55238"/>
                        <a14:foregroundMark x1="30209" y1="87143" x2="30209" y2="87143"/>
                        <a14:foregroundMark x1="60923" y1="54762" x2="60923" y2="54762"/>
                        <a14:foregroundMark x1="72675" y1="57857" x2="72675" y2="57857"/>
                        <a14:foregroundMark x1="89257" y1="44048" x2="89257" y2="44048"/>
                        <a14:foregroundMark x1="97404" y1="31667" x2="97404" y2="31667"/>
                        <a14:foregroundMark x1="5479" y1="62381" x2="5479" y2="62381"/>
                        <a14:foregroundMark x1="1586" y1="84762" x2="1586" y2="84762"/>
                      </a14:backgroundRemoval>
                    </a14:imgEffect>
                    <a14:imgEffect>
                      <a14:artisticTexturizer/>
                    </a14:imgEffect>
                    <a14:imgEffect>
                      <a14:saturation sat="33000"/>
                    </a14:imgEffect>
                  </a14:imgLayer>
                </a14:imgProps>
              </a:ext>
              <a:ext uri="{28A0092B-C50C-407E-A947-70E740481C1C}">
                <a14:useLocalDpi xmlns:a14="http://schemas.microsoft.com/office/drawing/2010/main" val="0"/>
              </a:ext>
            </a:extLst>
          </a:blip>
          <a:srcRect l="486" t="6154" r="583" b="7919"/>
          <a:stretch>
            <a:fillRect/>
          </a:stretch>
        </p:blipFill>
        <p:spPr>
          <a:xfrm>
            <a:off x="14206789" y="159703"/>
            <a:ext cx="3738723" cy="983295"/>
          </a:xfrm>
          <a:prstGeom prst="rect">
            <a:avLst/>
          </a:prstGeom>
        </p:spPr>
      </p:pic>
      <p:sp>
        <p:nvSpPr>
          <p:cNvPr id="3" name="CuadroTexto 2">
            <a:extLst>
              <a:ext uri="{FF2B5EF4-FFF2-40B4-BE49-F238E27FC236}">
                <a16:creationId xmlns:a16="http://schemas.microsoft.com/office/drawing/2014/main" id="{AD0F0200-F7FD-686E-EDF5-3EB9C5538942}"/>
              </a:ext>
            </a:extLst>
          </p:cNvPr>
          <p:cNvSpPr txBox="1"/>
          <p:nvPr/>
        </p:nvSpPr>
        <p:spPr>
          <a:xfrm>
            <a:off x="420857" y="117133"/>
            <a:ext cx="12780793" cy="1015663"/>
          </a:xfrm>
          <a:prstGeom prst="rect">
            <a:avLst/>
          </a:prstGeom>
          <a:noFill/>
        </p:spPr>
        <p:txBody>
          <a:bodyPr wrap="square" rtlCol="0">
            <a:spAutoFit/>
          </a:bodyPr>
          <a:lstStyle/>
          <a:p>
            <a:pPr algn="ctr"/>
            <a:r>
              <a:rPr lang="fr-FR" sz="6000" dirty="0">
                <a:solidFill>
                  <a:schemeClr val="bg1"/>
                </a:solidFill>
                <a:latin typeface="Times New Roman" panose="02020603050405020304" pitchFamily="18" charset="0"/>
                <a:cs typeface="Times New Roman" panose="02020603050405020304" pitchFamily="18" charset="0"/>
              </a:rPr>
              <a:t>La structure et la stratégique juridique</a:t>
            </a:r>
          </a:p>
        </p:txBody>
      </p:sp>
      <p:pic>
        <p:nvPicPr>
          <p:cNvPr id="5" name="Picture 4">
            <a:extLst>
              <a:ext uri="{FF2B5EF4-FFF2-40B4-BE49-F238E27FC236}">
                <a16:creationId xmlns:a16="http://schemas.microsoft.com/office/drawing/2014/main" id="{F504A4BF-02C1-CEFB-7359-9A583D1C8273}"/>
              </a:ext>
            </a:extLst>
          </p:cNvPr>
          <p:cNvPicPr>
            <a:picLocks noChangeAspect="1"/>
          </p:cNvPicPr>
          <p:nvPr/>
        </p:nvPicPr>
        <p:blipFill>
          <a:blip r:embed="rId5"/>
          <a:stretch>
            <a:fillRect/>
          </a:stretch>
        </p:blipFill>
        <p:spPr>
          <a:xfrm>
            <a:off x="6094245" y="5869858"/>
            <a:ext cx="5468490" cy="3827944"/>
          </a:xfrm>
          <a:prstGeom prst="rect">
            <a:avLst/>
          </a:prstGeom>
        </p:spPr>
      </p:pic>
      <p:pic>
        <p:nvPicPr>
          <p:cNvPr id="7" name="Picture 6">
            <a:extLst>
              <a:ext uri="{FF2B5EF4-FFF2-40B4-BE49-F238E27FC236}">
                <a16:creationId xmlns:a16="http://schemas.microsoft.com/office/drawing/2014/main" id="{4BE275BE-5443-B91F-49FF-89D61D0CF7B8}"/>
              </a:ext>
            </a:extLst>
          </p:cNvPr>
          <p:cNvPicPr>
            <a:picLocks noChangeAspect="1"/>
          </p:cNvPicPr>
          <p:nvPr/>
        </p:nvPicPr>
        <p:blipFill>
          <a:blip r:embed="rId6"/>
          <a:stretch>
            <a:fillRect/>
          </a:stretch>
        </p:blipFill>
        <p:spPr>
          <a:xfrm>
            <a:off x="1190601" y="3361709"/>
            <a:ext cx="4105275" cy="1114425"/>
          </a:xfrm>
          <a:prstGeom prst="rect">
            <a:avLst/>
          </a:prstGeom>
        </p:spPr>
      </p:pic>
      <p:pic>
        <p:nvPicPr>
          <p:cNvPr id="3074" name="Picture 2" descr="Copyright Protection - Why Should You Register Copyrights? - Gerben IP">
            <a:extLst>
              <a:ext uri="{FF2B5EF4-FFF2-40B4-BE49-F238E27FC236}">
                <a16:creationId xmlns:a16="http://schemas.microsoft.com/office/drawing/2014/main" id="{251DECE1-BF3A-3DEA-DA06-AE9843D5E02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81218" y="3116331"/>
            <a:ext cx="2857500" cy="160020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F25D618E-2094-819D-1B48-2F43EA6B6FE4}"/>
              </a:ext>
            </a:extLst>
          </p:cNvPr>
          <p:cNvPicPr>
            <a:picLocks noChangeAspect="1"/>
          </p:cNvPicPr>
          <p:nvPr/>
        </p:nvPicPr>
        <p:blipFill>
          <a:blip r:embed="rId8"/>
          <a:stretch>
            <a:fillRect/>
          </a:stretch>
        </p:blipFill>
        <p:spPr>
          <a:xfrm>
            <a:off x="13201650" y="3002031"/>
            <a:ext cx="1943100" cy="1828800"/>
          </a:xfrm>
          <a:prstGeom prst="rect">
            <a:avLst/>
          </a:prstGeom>
        </p:spPr>
      </p:pic>
      <p:sp>
        <p:nvSpPr>
          <p:cNvPr id="4" name="Slide Number Placeholder 3">
            <a:extLst>
              <a:ext uri="{FF2B5EF4-FFF2-40B4-BE49-F238E27FC236}">
                <a16:creationId xmlns:a16="http://schemas.microsoft.com/office/drawing/2014/main" id="{7CCD1357-CFDA-469E-EB67-772998648555}"/>
              </a:ext>
            </a:extLst>
          </p:cNvPr>
          <p:cNvSpPr>
            <a:spLocks noGrp="1"/>
          </p:cNvSpPr>
          <p:nvPr>
            <p:ph type="sldNum" sz="quarter" idx="12"/>
          </p:nvPr>
        </p:nvSpPr>
        <p:spPr/>
        <p:txBody>
          <a:bodyPr/>
          <a:lstStyle/>
          <a:p>
            <a:fld id="{B6F15528-21DE-4FAA-801E-634DDDAF4B2B}" type="slidenum">
              <a:rPr lang="en-US" smtClean="0"/>
              <a:pPr/>
              <a:t>28</a:t>
            </a:fld>
            <a:endParaRPr lang="en-US"/>
          </a:p>
        </p:txBody>
      </p:sp>
    </p:spTree>
    <p:extLst>
      <p:ext uri="{BB962C8B-B14F-4D97-AF65-F5344CB8AC3E}">
        <p14:creationId xmlns:p14="http://schemas.microsoft.com/office/powerpoint/2010/main" val="9567814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2BEEEE4-39A8-E5B3-4C7C-1D229082965C}"/>
            </a:ext>
          </a:extLst>
        </p:cNvPr>
        <p:cNvGrpSpPr/>
        <p:nvPr/>
      </p:nvGrpSpPr>
      <p:grpSpPr>
        <a:xfrm>
          <a:off x="0" y="0"/>
          <a:ext cx="0" cy="0"/>
          <a:chOff x="0" y="0"/>
          <a:chExt cx="0" cy="0"/>
        </a:xfrm>
      </p:grpSpPr>
      <p:sp>
        <p:nvSpPr>
          <p:cNvPr id="23" name="Rectángulo 22">
            <a:extLst>
              <a:ext uri="{FF2B5EF4-FFF2-40B4-BE49-F238E27FC236}">
                <a16:creationId xmlns:a16="http://schemas.microsoft.com/office/drawing/2014/main" id="{9B213E3D-31B3-D61D-D880-7423D0A9985A}"/>
              </a:ext>
            </a:extLst>
          </p:cNvPr>
          <p:cNvSpPr/>
          <p:nvPr/>
        </p:nvSpPr>
        <p:spPr>
          <a:xfrm>
            <a:off x="0" y="-3921"/>
            <a:ext cx="18288000" cy="1700412"/>
          </a:xfrm>
          <a:prstGeom prst="rect">
            <a:avLst/>
          </a:prstGeom>
          <a:gradFill flip="none" rotWithShape="1">
            <a:gsLst>
              <a:gs pos="0">
                <a:srgbClr val="445240"/>
              </a:gs>
              <a:gs pos="88000">
                <a:srgbClr val="445240">
                  <a:alpha val="17000"/>
                </a:srgbClr>
              </a:gs>
              <a:gs pos="54000">
                <a:srgbClr val="445240">
                  <a:alpha val="64000"/>
                </a:srgbClr>
              </a:gs>
              <a:gs pos="74000">
                <a:srgbClr val="445240">
                  <a:alpha val="49000"/>
                </a:srgbClr>
              </a:gs>
              <a:gs pos="100000">
                <a:srgbClr val="445240">
                  <a:alpha val="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 name="Picture 12" descr="A green number with a white background&#10;&#10;Description automatically generated">
            <a:extLst>
              <a:ext uri="{FF2B5EF4-FFF2-40B4-BE49-F238E27FC236}">
                <a16:creationId xmlns:a16="http://schemas.microsoft.com/office/drawing/2014/main" id="{D23E1025-130A-6B21-CDA5-6FB3C47F911F}"/>
              </a:ext>
            </a:extLst>
          </p:cNvPr>
          <p:cNvPicPr>
            <a:picLocks noChangeAspect="1"/>
          </p:cNvPicPr>
          <p:nvPr/>
        </p:nvPicPr>
        <p:blipFill>
          <a:blip r:embed="rId2" cstate="print">
            <a:biLevel thresh="25000"/>
            <a:extLst>
              <a:ext uri="{BEBA8EAE-BF5A-486C-A8C5-ECC9F3942E4B}">
                <a14:imgProps xmlns:a14="http://schemas.microsoft.com/office/drawing/2010/main">
                  <a14:imgLayer r:embed="rId3">
                    <a14:imgEffect>
                      <a14:backgroundRemoval t="14524" b="87143" l="1586" r="97260">
                        <a14:foregroundMark x1="16078" y1="39286" x2="16078" y2="39286"/>
                        <a14:foregroundMark x1="6849" y1="41905" x2="6849" y2="41905"/>
                        <a14:foregroundMark x1="50180" y1="55238" x2="50180" y2="55238"/>
                        <a14:foregroundMark x1="30209" y1="87143" x2="30209" y2="87143"/>
                        <a14:foregroundMark x1="60923" y1="54762" x2="60923" y2="54762"/>
                        <a14:foregroundMark x1="72675" y1="57857" x2="72675" y2="57857"/>
                        <a14:foregroundMark x1="89257" y1="44048" x2="89257" y2="44048"/>
                        <a14:foregroundMark x1="97404" y1="31667" x2="97404" y2="31667"/>
                        <a14:foregroundMark x1="5479" y1="62381" x2="5479" y2="62381"/>
                        <a14:foregroundMark x1="1586" y1="84762" x2="1586" y2="84762"/>
                      </a14:backgroundRemoval>
                    </a14:imgEffect>
                    <a14:imgEffect>
                      <a14:artisticTexturizer/>
                    </a14:imgEffect>
                    <a14:imgEffect>
                      <a14:saturation sat="33000"/>
                    </a14:imgEffect>
                  </a14:imgLayer>
                </a14:imgProps>
              </a:ext>
              <a:ext uri="{28A0092B-C50C-407E-A947-70E740481C1C}">
                <a14:useLocalDpi xmlns:a14="http://schemas.microsoft.com/office/drawing/2010/main" val="0"/>
              </a:ext>
            </a:extLst>
          </a:blip>
          <a:srcRect l="486" t="6154" r="583" b="7919"/>
          <a:stretch>
            <a:fillRect/>
          </a:stretch>
        </p:blipFill>
        <p:spPr>
          <a:xfrm>
            <a:off x="14206789" y="159703"/>
            <a:ext cx="3738723" cy="983295"/>
          </a:xfrm>
          <a:prstGeom prst="rect">
            <a:avLst/>
          </a:prstGeom>
        </p:spPr>
      </p:pic>
      <p:sp>
        <p:nvSpPr>
          <p:cNvPr id="3" name="CuadroTexto 2">
            <a:extLst>
              <a:ext uri="{FF2B5EF4-FFF2-40B4-BE49-F238E27FC236}">
                <a16:creationId xmlns:a16="http://schemas.microsoft.com/office/drawing/2014/main" id="{F013B403-C050-12C4-3951-F514F400E608}"/>
              </a:ext>
            </a:extLst>
          </p:cNvPr>
          <p:cNvSpPr txBox="1"/>
          <p:nvPr/>
        </p:nvSpPr>
        <p:spPr>
          <a:xfrm>
            <a:off x="420857" y="117133"/>
            <a:ext cx="10628143" cy="1323439"/>
          </a:xfrm>
          <a:prstGeom prst="rect">
            <a:avLst/>
          </a:prstGeom>
          <a:noFill/>
        </p:spPr>
        <p:txBody>
          <a:bodyPr wrap="square" rtlCol="0">
            <a:spAutoFit/>
          </a:bodyPr>
          <a:lstStyle/>
          <a:p>
            <a:pPr algn="ctr"/>
            <a:r>
              <a:rPr lang="fr-FR" sz="8000" dirty="0">
                <a:solidFill>
                  <a:schemeClr val="bg1"/>
                </a:solidFill>
                <a:latin typeface="Times New Roman" panose="02020603050405020304" pitchFamily="18" charset="0"/>
                <a:cs typeface="Times New Roman" panose="02020603050405020304" pitchFamily="18" charset="0"/>
              </a:rPr>
              <a:t>Prochaines étapes</a:t>
            </a:r>
          </a:p>
        </p:txBody>
      </p:sp>
      <p:sp>
        <p:nvSpPr>
          <p:cNvPr id="5" name="CuadroTexto 14">
            <a:extLst>
              <a:ext uri="{FF2B5EF4-FFF2-40B4-BE49-F238E27FC236}">
                <a16:creationId xmlns:a16="http://schemas.microsoft.com/office/drawing/2014/main" id="{5C3A4F6C-3136-FC95-B5A3-ABB80680F260}"/>
              </a:ext>
            </a:extLst>
          </p:cNvPr>
          <p:cNvSpPr txBox="1"/>
          <p:nvPr/>
        </p:nvSpPr>
        <p:spPr>
          <a:xfrm>
            <a:off x="1547605" y="2543226"/>
            <a:ext cx="13050137" cy="7109639"/>
          </a:xfrm>
          <a:prstGeom prst="rect">
            <a:avLst/>
          </a:prstGeom>
          <a:noFill/>
        </p:spPr>
        <p:txBody>
          <a:bodyPr wrap="square" rtlCol="0">
            <a:spAutoFit/>
          </a:bodyPr>
          <a:lstStyle/>
          <a:p>
            <a:pPr>
              <a:buClr>
                <a:srgbClr val="C00000"/>
              </a:buClr>
            </a:pPr>
            <a:r>
              <a:rPr lang="fr-FR" sz="4000" b="1" dirty="0">
                <a:solidFill>
                  <a:schemeClr val="accent3">
                    <a:lumMod val="50000"/>
                  </a:schemeClr>
                </a:solidFill>
                <a:latin typeface="Times New Roman" panose="02020603050405020304" pitchFamily="18" charset="0"/>
                <a:cs typeface="Times New Roman" panose="02020603050405020304" pitchFamily="18" charset="0"/>
              </a:rPr>
              <a:t>Validation technique:  </a:t>
            </a:r>
          </a:p>
          <a:p>
            <a:pPr>
              <a:buClr>
                <a:srgbClr val="C00000"/>
              </a:buClr>
            </a:pPr>
            <a:r>
              <a:rPr lang="fr-FR" sz="2800" dirty="0">
                <a:solidFill>
                  <a:schemeClr val="accent3">
                    <a:lumMod val="50000"/>
                  </a:schemeClr>
                </a:solidFill>
                <a:latin typeface="Times New Roman" panose="02020603050405020304" pitchFamily="18" charset="0"/>
                <a:cs typeface="Times New Roman" panose="02020603050405020304" pitchFamily="18" charset="0"/>
              </a:rPr>
              <a:t>•	Développement d’un deuxième prototype robuste de l’application IA </a:t>
            </a:r>
          </a:p>
          <a:p>
            <a:pPr>
              <a:buClr>
                <a:srgbClr val="C00000"/>
              </a:buClr>
            </a:pPr>
            <a:r>
              <a:rPr lang="fr-FR" sz="2800" dirty="0">
                <a:solidFill>
                  <a:schemeClr val="accent3">
                    <a:lumMod val="50000"/>
                  </a:schemeClr>
                </a:solidFill>
                <a:latin typeface="Times New Roman" panose="02020603050405020304" pitchFamily="18" charset="0"/>
                <a:cs typeface="Times New Roman" panose="02020603050405020304" pitchFamily="18" charset="0"/>
              </a:rPr>
              <a:t>•	Construction d’une base de données fiable </a:t>
            </a:r>
          </a:p>
          <a:p>
            <a:pPr>
              <a:buClr>
                <a:srgbClr val="C00000"/>
              </a:buClr>
            </a:pPr>
            <a:endParaRPr lang="fr-FR" sz="2800" dirty="0">
              <a:solidFill>
                <a:schemeClr val="accent3">
                  <a:lumMod val="50000"/>
                </a:schemeClr>
              </a:solidFill>
              <a:latin typeface="Times New Roman" panose="02020603050405020304" pitchFamily="18" charset="0"/>
              <a:cs typeface="Times New Roman" panose="02020603050405020304" pitchFamily="18" charset="0"/>
            </a:endParaRPr>
          </a:p>
          <a:p>
            <a:pPr>
              <a:buClr>
                <a:srgbClr val="C00000"/>
              </a:buClr>
            </a:pPr>
            <a:r>
              <a:rPr lang="fr-FR" sz="4000" b="1" dirty="0">
                <a:solidFill>
                  <a:schemeClr val="accent3">
                    <a:lumMod val="50000"/>
                  </a:schemeClr>
                </a:solidFill>
                <a:latin typeface="Times New Roman" panose="02020603050405020304" pitchFamily="18" charset="0"/>
                <a:cs typeface="Times New Roman" panose="02020603050405020304" pitchFamily="18" charset="0"/>
              </a:rPr>
              <a:t>Expérimentation terrain:  </a:t>
            </a:r>
          </a:p>
          <a:p>
            <a:pPr>
              <a:buClr>
                <a:srgbClr val="C00000"/>
              </a:buClr>
            </a:pPr>
            <a:r>
              <a:rPr lang="fr-FR" sz="2800" dirty="0">
                <a:solidFill>
                  <a:schemeClr val="accent3">
                    <a:lumMod val="50000"/>
                  </a:schemeClr>
                </a:solidFill>
                <a:latin typeface="Times New Roman" panose="02020603050405020304" pitchFamily="18" charset="0"/>
                <a:cs typeface="Times New Roman" panose="02020603050405020304" pitchFamily="18" charset="0"/>
              </a:rPr>
              <a:t>•	Test avec la communauté ENSGSI</a:t>
            </a:r>
          </a:p>
          <a:p>
            <a:pPr>
              <a:buClr>
                <a:srgbClr val="C00000"/>
              </a:buClr>
            </a:pPr>
            <a:r>
              <a:rPr lang="fr-FR" sz="2800" dirty="0">
                <a:solidFill>
                  <a:schemeClr val="accent3">
                    <a:lumMod val="50000"/>
                  </a:schemeClr>
                </a:solidFill>
                <a:latin typeface="Times New Roman" panose="02020603050405020304" pitchFamily="18" charset="0"/>
                <a:cs typeface="Times New Roman" panose="02020603050405020304" pitchFamily="18" charset="0"/>
              </a:rPr>
              <a:t>•	Étude de cas pour valider les collecteurs intelligents </a:t>
            </a:r>
          </a:p>
          <a:p>
            <a:pPr>
              <a:buClr>
                <a:srgbClr val="C00000"/>
              </a:buClr>
            </a:pPr>
            <a:r>
              <a:rPr lang="fr-FR" sz="2800" dirty="0">
                <a:solidFill>
                  <a:schemeClr val="accent3">
                    <a:lumMod val="50000"/>
                  </a:schemeClr>
                </a:solidFill>
                <a:latin typeface="Times New Roman" panose="02020603050405020304" pitchFamily="18" charset="0"/>
                <a:cs typeface="Times New Roman" panose="02020603050405020304" pitchFamily="18" charset="0"/>
              </a:rPr>
              <a:t>•	Évaluation : qualité du tri, fiabilité, acceptabilité </a:t>
            </a:r>
          </a:p>
          <a:p>
            <a:pPr>
              <a:buClr>
                <a:srgbClr val="C00000"/>
              </a:buClr>
            </a:pPr>
            <a:r>
              <a:rPr lang="fr-FR" sz="4000" b="1" dirty="0">
                <a:solidFill>
                  <a:schemeClr val="accent3">
                    <a:lumMod val="50000"/>
                  </a:schemeClr>
                </a:solidFill>
                <a:latin typeface="Times New Roman" panose="02020603050405020304" pitchFamily="18" charset="0"/>
                <a:cs typeface="Times New Roman" panose="02020603050405020304" pitchFamily="18" charset="0"/>
              </a:rPr>
              <a:t>Validation marché:  </a:t>
            </a:r>
          </a:p>
          <a:p>
            <a:pPr>
              <a:buClr>
                <a:srgbClr val="C00000"/>
              </a:buClr>
            </a:pPr>
            <a:r>
              <a:rPr lang="fr-FR" sz="2800" dirty="0">
                <a:solidFill>
                  <a:schemeClr val="accent3">
                    <a:lumMod val="50000"/>
                  </a:schemeClr>
                </a:solidFill>
                <a:latin typeface="Times New Roman" panose="02020603050405020304" pitchFamily="18" charset="0"/>
                <a:cs typeface="Times New Roman" panose="02020603050405020304" pitchFamily="18" charset="0"/>
              </a:rPr>
              <a:t>•	Ajustement du modèle économique </a:t>
            </a:r>
          </a:p>
          <a:p>
            <a:pPr>
              <a:buClr>
                <a:srgbClr val="C00000"/>
              </a:buClr>
            </a:pPr>
            <a:r>
              <a:rPr lang="fr-FR" sz="2800" dirty="0">
                <a:solidFill>
                  <a:schemeClr val="accent3">
                    <a:lumMod val="50000"/>
                  </a:schemeClr>
                </a:solidFill>
                <a:latin typeface="Times New Roman" panose="02020603050405020304" pitchFamily="18" charset="0"/>
                <a:cs typeface="Times New Roman" panose="02020603050405020304" pitchFamily="18" charset="0"/>
              </a:rPr>
              <a:t>•	Identification des besoins des acteurs publics</a:t>
            </a:r>
          </a:p>
          <a:p>
            <a:pPr>
              <a:buClr>
                <a:srgbClr val="C00000"/>
              </a:buClr>
            </a:pPr>
            <a:endParaRPr lang="fr-FR" sz="2800" dirty="0">
              <a:solidFill>
                <a:schemeClr val="accent3">
                  <a:lumMod val="50000"/>
                </a:schemeClr>
              </a:solidFill>
              <a:latin typeface="Times New Roman" panose="02020603050405020304" pitchFamily="18" charset="0"/>
              <a:cs typeface="Times New Roman" panose="02020603050405020304" pitchFamily="18" charset="0"/>
            </a:endParaRPr>
          </a:p>
          <a:p>
            <a:pPr>
              <a:buClr>
                <a:srgbClr val="C00000"/>
              </a:buClr>
            </a:pPr>
            <a:endParaRPr lang="fr-FR" sz="2800" dirty="0">
              <a:solidFill>
                <a:schemeClr val="accent3">
                  <a:lumMod val="50000"/>
                </a:schemeClr>
              </a:solidFill>
              <a:latin typeface="Times New Roman" panose="02020603050405020304" pitchFamily="18" charset="0"/>
              <a:cs typeface="Times New Roman" panose="02020603050405020304" pitchFamily="18" charset="0"/>
            </a:endParaRPr>
          </a:p>
          <a:p>
            <a:pPr>
              <a:buClr>
                <a:srgbClr val="C00000"/>
              </a:buClr>
            </a:pPr>
            <a:endParaRPr lang="fr-FR" sz="2800" dirty="0">
              <a:solidFill>
                <a:schemeClr val="accent3">
                  <a:lumMod val="50000"/>
                </a:schemeClr>
              </a:solidFill>
              <a:latin typeface="Times New Roman" panose="02020603050405020304" pitchFamily="18" charset="0"/>
              <a:cs typeface="Times New Roman" panose="02020603050405020304" pitchFamily="18" charset="0"/>
            </a:endParaRPr>
          </a:p>
          <a:p>
            <a:pPr>
              <a:buClr>
                <a:srgbClr val="C00000"/>
              </a:buClr>
            </a:pPr>
            <a:endParaRPr lang="fr-FR" sz="2800" dirty="0">
              <a:solidFill>
                <a:schemeClr val="accent3">
                  <a:lumMod val="50000"/>
                </a:schemeClr>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DC996778-8B1B-B176-5884-265EE4817C14}"/>
              </a:ext>
            </a:extLst>
          </p:cNvPr>
          <p:cNvSpPr>
            <a:spLocks noGrp="1"/>
          </p:cNvSpPr>
          <p:nvPr>
            <p:ph type="sldNum" sz="quarter" idx="12"/>
          </p:nvPr>
        </p:nvSpPr>
        <p:spPr/>
        <p:txBody>
          <a:bodyPr/>
          <a:lstStyle/>
          <a:p>
            <a:fld id="{B6F15528-21DE-4FAA-801E-634DDDAF4B2B}" type="slidenum">
              <a:rPr lang="en-US" smtClean="0"/>
              <a:pPr/>
              <a:t>29</a:t>
            </a:fld>
            <a:endParaRPr lang="en-US"/>
          </a:p>
        </p:txBody>
      </p:sp>
    </p:spTree>
    <p:extLst>
      <p:ext uri="{BB962C8B-B14F-4D97-AF65-F5344CB8AC3E}">
        <p14:creationId xmlns:p14="http://schemas.microsoft.com/office/powerpoint/2010/main" val="14507826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D2BCC7-5272-6F3D-3343-F088972EEE71}"/>
            </a:ext>
          </a:extLst>
        </p:cNvPr>
        <p:cNvGrpSpPr/>
        <p:nvPr/>
      </p:nvGrpSpPr>
      <p:grpSpPr>
        <a:xfrm>
          <a:off x="0" y="0"/>
          <a:ext cx="0" cy="0"/>
          <a:chOff x="0" y="0"/>
          <a:chExt cx="0" cy="0"/>
        </a:xfrm>
      </p:grpSpPr>
      <p:cxnSp>
        <p:nvCxnSpPr>
          <p:cNvPr id="53" name="Straight Connector 52">
            <a:extLst>
              <a:ext uri="{FF2B5EF4-FFF2-40B4-BE49-F238E27FC236}">
                <a16:creationId xmlns:a16="http://schemas.microsoft.com/office/drawing/2014/main" id="{257446B3-BBEC-671B-503C-F775EB7942C4}"/>
              </a:ext>
            </a:extLst>
          </p:cNvPr>
          <p:cNvCxnSpPr>
            <a:cxnSpLocks/>
          </p:cNvCxnSpPr>
          <p:nvPr/>
        </p:nvCxnSpPr>
        <p:spPr>
          <a:xfrm>
            <a:off x="14972624" y="652522"/>
            <a:ext cx="0" cy="4530563"/>
          </a:xfrm>
          <a:prstGeom prst="line">
            <a:avLst/>
          </a:prstGeom>
          <a:ln w="57150">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FB5D0BAF-3BDD-BC7E-914B-CF886E3331EB}"/>
              </a:ext>
            </a:extLst>
          </p:cNvPr>
          <p:cNvCxnSpPr>
            <a:cxnSpLocks/>
          </p:cNvCxnSpPr>
          <p:nvPr/>
        </p:nvCxnSpPr>
        <p:spPr>
          <a:xfrm>
            <a:off x="13388384" y="1677874"/>
            <a:ext cx="15578" cy="3745118"/>
          </a:xfrm>
          <a:prstGeom prst="line">
            <a:avLst/>
          </a:prstGeom>
          <a:ln w="57150">
            <a:prstDash val="sysDot"/>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6611E8CD-D6A6-FAFC-7D27-1E6180AF97D3}"/>
              </a:ext>
            </a:extLst>
          </p:cNvPr>
          <p:cNvCxnSpPr>
            <a:cxnSpLocks/>
          </p:cNvCxnSpPr>
          <p:nvPr/>
        </p:nvCxnSpPr>
        <p:spPr>
          <a:xfrm>
            <a:off x="11977820" y="1990928"/>
            <a:ext cx="0" cy="3480381"/>
          </a:xfrm>
          <a:prstGeom prst="line">
            <a:avLst/>
          </a:prstGeom>
          <a:ln w="57150">
            <a:solidFill>
              <a:schemeClr val="tx2"/>
            </a:solidFill>
            <a:prstDash val="sysDot"/>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C67D7D78-0C1D-E8BC-D549-3CDAA08443FD}"/>
              </a:ext>
            </a:extLst>
          </p:cNvPr>
          <p:cNvSpPr/>
          <p:nvPr/>
        </p:nvSpPr>
        <p:spPr>
          <a:xfrm>
            <a:off x="3335996" y="3791051"/>
            <a:ext cx="2436479" cy="923330"/>
          </a:xfrm>
          <a:prstGeom prst="rect">
            <a:avLst/>
          </a:prstGeom>
        </p:spPr>
        <p:txBody>
          <a:bodyPr wrap="square">
            <a:spAutoFit/>
          </a:bodyPr>
          <a:lstStyle/>
          <a:p>
            <a:pPr algn="ctr" defTabSz="1028700"/>
            <a:r>
              <a:rPr lang="fr-FR" dirty="0">
                <a:solidFill>
                  <a:schemeClr val="accent3">
                    <a:lumMod val="75000"/>
                  </a:schemeClr>
                </a:solidFill>
                <a:ea typeface="Calibri" panose="020F0502020204030204" pitchFamily="34" charset="0"/>
                <a:cs typeface="Calibri" panose="020F0502020204030204" pitchFamily="34" charset="0"/>
              </a:rPr>
              <a:t>Evaluation de un filière de collecte et recyclage PLA</a:t>
            </a:r>
          </a:p>
        </p:txBody>
      </p:sp>
      <p:sp>
        <p:nvSpPr>
          <p:cNvPr id="13" name="Rectangle 12">
            <a:extLst>
              <a:ext uri="{FF2B5EF4-FFF2-40B4-BE49-F238E27FC236}">
                <a16:creationId xmlns:a16="http://schemas.microsoft.com/office/drawing/2014/main" id="{1BF5C4B4-AADD-3E4B-9844-31E7BF3290A3}"/>
              </a:ext>
            </a:extLst>
          </p:cNvPr>
          <p:cNvSpPr/>
          <p:nvPr/>
        </p:nvSpPr>
        <p:spPr>
          <a:xfrm>
            <a:off x="8015783" y="1674790"/>
            <a:ext cx="2005839" cy="646331"/>
          </a:xfrm>
          <a:prstGeom prst="rect">
            <a:avLst/>
          </a:prstGeom>
        </p:spPr>
        <p:txBody>
          <a:bodyPr wrap="square">
            <a:spAutoFit/>
          </a:bodyPr>
          <a:lstStyle/>
          <a:p>
            <a:pPr algn="ctr" defTabSz="1028700"/>
            <a:r>
              <a:rPr lang="fr-FR" dirty="0">
                <a:solidFill>
                  <a:srgbClr val="7CA655">
                    <a:lumMod val="50000"/>
                  </a:srgbClr>
                </a:solidFill>
                <a:ea typeface="Calibri" panose="020F0502020204030204" pitchFamily="34" charset="0"/>
                <a:cs typeface="Calibri" panose="020F0502020204030204" pitchFamily="34" charset="0"/>
              </a:rPr>
              <a:t>L’impression 3D de Plastic mixtures</a:t>
            </a:r>
          </a:p>
        </p:txBody>
      </p:sp>
      <p:sp>
        <p:nvSpPr>
          <p:cNvPr id="16" name="Rectangle 15">
            <a:extLst>
              <a:ext uri="{FF2B5EF4-FFF2-40B4-BE49-F238E27FC236}">
                <a16:creationId xmlns:a16="http://schemas.microsoft.com/office/drawing/2014/main" id="{19615061-6526-3E95-B1E0-552649333C08}"/>
              </a:ext>
            </a:extLst>
          </p:cNvPr>
          <p:cNvSpPr/>
          <p:nvPr/>
        </p:nvSpPr>
        <p:spPr>
          <a:xfrm>
            <a:off x="9556940" y="2028147"/>
            <a:ext cx="2096814" cy="646331"/>
          </a:xfrm>
          <a:prstGeom prst="rect">
            <a:avLst/>
          </a:prstGeom>
        </p:spPr>
        <p:txBody>
          <a:bodyPr wrap="square">
            <a:spAutoFit/>
          </a:bodyPr>
          <a:lstStyle/>
          <a:p>
            <a:pPr algn="ctr" defTabSz="1028700"/>
            <a:r>
              <a:rPr lang="fr-FR" dirty="0">
                <a:solidFill>
                  <a:schemeClr val="accent3">
                    <a:lumMod val="75000"/>
                  </a:schemeClr>
                </a:solidFill>
                <a:ea typeface="Calibri" panose="020F0502020204030204" pitchFamily="34" charset="0"/>
                <a:cs typeface="Calibri" panose="020F0502020204030204" pitchFamily="34" charset="0"/>
              </a:rPr>
              <a:t>Quantification des flux d’emballages</a:t>
            </a:r>
          </a:p>
        </p:txBody>
      </p:sp>
      <p:cxnSp>
        <p:nvCxnSpPr>
          <p:cNvPr id="17" name="Straight Connector 16">
            <a:extLst>
              <a:ext uri="{FF2B5EF4-FFF2-40B4-BE49-F238E27FC236}">
                <a16:creationId xmlns:a16="http://schemas.microsoft.com/office/drawing/2014/main" id="{2A65E9AB-0A4A-F431-F6B6-0B071C26E101}"/>
              </a:ext>
            </a:extLst>
          </p:cNvPr>
          <p:cNvCxnSpPr>
            <a:cxnSpLocks/>
          </p:cNvCxnSpPr>
          <p:nvPr/>
        </p:nvCxnSpPr>
        <p:spPr>
          <a:xfrm>
            <a:off x="3133853" y="5157316"/>
            <a:ext cx="0" cy="272927"/>
          </a:xfrm>
          <a:prstGeom prst="line">
            <a:avLst/>
          </a:prstGeom>
          <a:ln w="57150">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54B8156-5F50-C176-D149-60AA492F2421}"/>
              </a:ext>
            </a:extLst>
          </p:cNvPr>
          <p:cNvCxnSpPr>
            <a:cxnSpLocks/>
          </p:cNvCxnSpPr>
          <p:nvPr/>
        </p:nvCxnSpPr>
        <p:spPr>
          <a:xfrm>
            <a:off x="8998372" y="3076761"/>
            <a:ext cx="21239" cy="2260200"/>
          </a:xfrm>
          <a:prstGeom prst="line">
            <a:avLst/>
          </a:prstGeom>
          <a:ln w="57150">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30DE7CE7-06CB-E34F-CA7C-9F6327B929F1}"/>
              </a:ext>
            </a:extLst>
          </p:cNvPr>
          <p:cNvCxnSpPr>
            <a:cxnSpLocks/>
          </p:cNvCxnSpPr>
          <p:nvPr/>
        </p:nvCxnSpPr>
        <p:spPr>
          <a:xfrm>
            <a:off x="7583561" y="3547367"/>
            <a:ext cx="0" cy="1789595"/>
          </a:xfrm>
          <a:prstGeom prst="line">
            <a:avLst/>
          </a:prstGeom>
          <a:ln w="57150">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FD2FD167-CA2C-EBE4-25E1-174A6DBAF27B}"/>
              </a:ext>
            </a:extLst>
          </p:cNvPr>
          <p:cNvCxnSpPr>
            <a:cxnSpLocks/>
          </p:cNvCxnSpPr>
          <p:nvPr/>
        </p:nvCxnSpPr>
        <p:spPr>
          <a:xfrm>
            <a:off x="10504181" y="2787446"/>
            <a:ext cx="21239" cy="2642796"/>
          </a:xfrm>
          <a:prstGeom prst="line">
            <a:avLst/>
          </a:prstGeom>
          <a:ln w="57150">
            <a:prstDash val="sysDot"/>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A2D5025C-3B37-8CDF-5A22-5AC2D13356E4}"/>
              </a:ext>
            </a:extLst>
          </p:cNvPr>
          <p:cNvSpPr/>
          <p:nvPr/>
        </p:nvSpPr>
        <p:spPr>
          <a:xfrm>
            <a:off x="3335996" y="3227704"/>
            <a:ext cx="2436479" cy="646331"/>
          </a:xfrm>
          <a:prstGeom prst="rect">
            <a:avLst/>
          </a:prstGeom>
        </p:spPr>
        <p:txBody>
          <a:bodyPr wrap="square">
            <a:spAutoFit/>
          </a:bodyPr>
          <a:lstStyle/>
          <a:p>
            <a:pPr algn="ctr" defTabSz="1028700"/>
            <a:r>
              <a:rPr lang="fr-FR" dirty="0">
                <a:solidFill>
                  <a:schemeClr val="accent3">
                    <a:lumMod val="75000"/>
                  </a:schemeClr>
                </a:solidFill>
                <a:ea typeface="Calibri" panose="020F0502020204030204" pitchFamily="34" charset="0"/>
                <a:cs typeface="Calibri" panose="020F0502020204030204" pitchFamily="34" charset="0"/>
              </a:rPr>
              <a:t>Open-source technologies</a:t>
            </a:r>
          </a:p>
        </p:txBody>
      </p:sp>
      <p:grpSp>
        <p:nvGrpSpPr>
          <p:cNvPr id="47" name="Group 46">
            <a:extLst>
              <a:ext uri="{FF2B5EF4-FFF2-40B4-BE49-F238E27FC236}">
                <a16:creationId xmlns:a16="http://schemas.microsoft.com/office/drawing/2014/main" id="{B509055C-F6E2-D335-0687-13BF523963B1}"/>
              </a:ext>
            </a:extLst>
          </p:cNvPr>
          <p:cNvGrpSpPr/>
          <p:nvPr/>
        </p:nvGrpSpPr>
        <p:grpSpPr>
          <a:xfrm>
            <a:off x="2382135" y="5146385"/>
            <a:ext cx="13578096" cy="1306848"/>
            <a:chOff x="64089" y="3488073"/>
            <a:chExt cx="9062449" cy="871232"/>
          </a:xfrm>
        </p:grpSpPr>
        <p:sp>
          <p:nvSpPr>
            <p:cNvPr id="46" name="Arrow: Right 45">
              <a:extLst>
                <a:ext uri="{FF2B5EF4-FFF2-40B4-BE49-F238E27FC236}">
                  <a16:creationId xmlns:a16="http://schemas.microsoft.com/office/drawing/2014/main" id="{3BBBAF36-74C3-89E4-4A73-91EF85F29987}"/>
                </a:ext>
              </a:extLst>
            </p:cNvPr>
            <p:cNvSpPr/>
            <p:nvPr/>
          </p:nvSpPr>
          <p:spPr>
            <a:xfrm>
              <a:off x="7883759" y="3497217"/>
              <a:ext cx="1242779" cy="862088"/>
            </a:xfrm>
            <a:prstGeom prst="rightArrow">
              <a:avLst>
                <a:gd name="adj1" fmla="val 58718"/>
                <a:gd name="adj2" fmla="val 50000"/>
              </a:avLst>
            </a:prstGeom>
            <a:solidFill>
              <a:schemeClr val="tx2"/>
            </a:solidFill>
            <a:ln w="76200">
              <a:solidFill>
                <a:schemeClr val="tx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28700"/>
              <a:r>
                <a:rPr lang="fr-FR" sz="2700" b="1" i="1" dirty="0">
                  <a:solidFill>
                    <a:srgbClr val="FFFFFF"/>
                  </a:solidFill>
                  <a:latin typeface="Calibri" panose="020F0502020204030204" pitchFamily="34" charset="0"/>
                  <a:ea typeface="Calibri" panose="020F0502020204030204" pitchFamily="34" charset="0"/>
                  <a:cs typeface="Calibri" panose="020F0502020204030204" pitchFamily="34" charset="0"/>
                </a:rPr>
                <a:t>    2025</a:t>
              </a:r>
              <a:endParaRPr lang="fr-FR" sz="2250" b="1" i="1" dirty="0">
                <a:solidFill>
                  <a:srgbClr val="FFFFFF"/>
                </a:solidFill>
                <a:latin typeface="Calibri" panose="020F0502020204030204" pitchFamily="34" charset="0"/>
                <a:ea typeface="Calibri" panose="020F0502020204030204" pitchFamily="34" charset="0"/>
                <a:cs typeface="Calibri" panose="020F0502020204030204" pitchFamily="34" charset="0"/>
              </a:endParaRPr>
            </a:p>
          </p:txBody>
        </p:sp>
        <p:sp>
          <p:nvSpPr>
            <p:cNvPr id="40" name="Arrow: Right 39">
              <a:extLst>
                <a:ext uri="{FF2B5EF4-FFF2-40B4-BE49-F238E27FC236}">
                  <a16:creationId xmlns:a16="http://schemas.microsoft.com/office/drawing/2014/main" id="{758B6270-C941-5D65-8953-DA3320F52DB3}"/>
                </a:ext>
              </a:extLst>
            </p:cNvPr>
            <p:cNvSpPr/>
            <p:nvPr/>
          </p:nvSpPr>
          <p:spPr>
            <a:xfrm>
              <a:off x="6911912" y="3488073"/>
              <a:ext cx="1242779" cy="862088"/>
            </a:xfrm>
            <a:prstGeom prst="rightArrow">
              <a:avLst>
                <a:gd name="adj1" fmla="val 58718"/>
                <a:gd name="adj2" fmla="val 50000"/>
              </a:avLst>
            </a:prstGeom>
            <a:solidFill>
              <a:schemeClr val="accent1">
                <a:lumMod val="75000"/>
              </a:schemeClr>
            </a:solidFill>
            <a:ln w="76200">
              <a:solidFill>
                <a:schemeClr val="tx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28700"/>
              <a:r>
                <a:rPr lang="fr-FR" sz="2700" b="1" i="1" dirty="0">
                  <a:solidFill>
                    <a:srgbClr val="FFFFFF"/>
                  </a:solidFill>
                  <a:latin typeface="Calibri" panose="020F0502020204030204" pitchFamily="34" charset="0"/>
                  <a:ea typeface="Calibri" panose="020F0502020204030204" pitchFamily="34" charset="0"/>
                  <a:cs typeface="Calibri" panose="020F0502020204030204" pitchFamily="34" charset="0"/>
                </a:rPr>
                <a:t>    2024</a:t>
              </a:r>
              <a:endParaRPr lang="fr-FR" sz="2250" b="1" i="1" dirty="0">
                <a:solidFill>
                  <a:srgbClr val="FFFFFF"/>
                </a:solidFill>
                <a:latin typeface="Calibri" panose="020F0502020204030204" pitchFamily="34" charset="0"/>
                <a:ea typeface="Calibri" panose="020F0502020204030204" pitchFamily="34" charset="0"/>
                <a:cs typeface="Calibri" panose="020F0502020204030204" pitchFamily="34" charset="0"/>
              </a:endParaRPr>
            </a:p>
          </p:txBody>
        </p:sp>
        <p:sp>
          <p:nvSpPr>
            <p:cNvPr id="45" name="Arrow: Right 44">
              <a:extLst>
                <a:ext uri="{FF2B5EF4-FFF2-40B4-BE49-F238E27FC236}">
                  <a16:creationId xmlns:a16="http://schemas.microsoft.com/office/drawing/2014/main" id="{EB7BEFEC-F05F-4B8D-12D2-107875A59B6F}"/>
                </a:ext>
              </a:extLst>
            </p:cNvPr>
            <p:cNvSpPr/>
            <p:nvPr/>
          </p:nvSpPr>
          <p:spPr>
            <a:xfrm>
              <a:off x="5969347" y="3495360"/>
              <a:ext cx="1242779" cy="862088"/>
            </a:xfrm>
            <a:prstGeom prst="rightArrow">
              <a:avLst>
                <a:gd name="adj1" fmla="val 58718"/>
                <a:gd name="adj2" fmla="val 50000"/>
              </a:avLst>
            </a:prstGeom>
            <a:solidFill>
              <a:schemeClr val="tx2"/>
            </a:solidFill>
            <a:ln w="76200">
              <a:solidFill>
                <a:schemeClr val="tx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28700"/>
              <a:r>
                <a:rPr lang="fr-FR" sz="2700" b="1" i="1" dirty="0">
                  <a:solidFill>
                    <a:srgbClr val="FFFFFF"/>
                  </a:solidFill>
                  <a:latin typeface="Calibri" panose="020F0502020204030204" pitchFamily="34" charset="0"/>
                  <a:ea typeface="Calibri" panose="020F0502020204030204" pitchFamily="34" charset="0"/>
                  <a:cs typeface="Calibri" panose="020F0502020204030204" pitchFamily="34" charset="0"/>
                </a:rPr>
                <a:t>    2023</a:t>
              </a:r>
              <a:endParaRPr lang="fr-FR" sz="2250" b="1" i="1" dirty="0">
                <a:solidFill>
                  <a:srgbClr val="FFFFFF"/>
                </a:solidFill>
                <a:latin typeface="Calibri" panose="020F0502020204030204" pitchFamily="34" charset="0"/>
                <a:ea typeface="Calibri" panose="020F0502020204030204" pitchFamily="34" charset="0"/>
                <a:cs typeface="Calibri" panose="020F0502020204030204" pitchFamily="34" charset="0"/>
              </a:endParaRPr>
            </a:p>
          </p:txBody>
        </p:sp>
        <p:sp>
          <p:nvSpPr>
            <p:cNvPr id="59" name="Arrow: Right 58">
              <a:extLst>
                <a:ext uri="{FF2B5EF4-FFF2-40B4-BE49-F238E27FC236}">
                  <a16:creationId xmlns:a16="http://schemas.microsoft.com/office/drawing/2014/main" id="{A17C151E-21DB-4E90-0311-F2C2846351CC}"/>
                </a:ext>
              </a:extLst>
            </p:cNvPr>
            <p:cNvSpPr/>
            <p:nvPr/>
          </p:nvSpPr>
          <p:spPr>
            <a:xfrm>
              <a:off x="4992508" y="3495361"/>
              <a:ext cx="1242779" cy="862088"/>
            </a:xfrm>
            <a:prstGeom prst="rightArrow">
              <a:avLst>
                <a:gd name="adj1" fmla="val 58718"/>
                <a:gd name="adj2" fmla="val 50000"/>
              </a:avLst>
            </a:prstGeom>
            <a:solidFill>
              <a:schemeClr val="accent1">
                <a:lumMod val="75000"/>
              </a:schemeClr>
            </a:solidFill>
            <a:ln w="76200">
              <a:solidFill>
                <a:schemeClr val="tx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28700"/>
              <a:r>
                <a:rPr lang="fr-FR" sz="2700" b="1" i="1" dirty="0">
                  <a:solidFill>
                    <a:srgbClr val="FFFFFF"/>
                  </a:solidFill>
                  <a:latin typeface="Calibri" panose="020F0502020204030204" pitchFamily="34" charset="0"/>
                  <a:ea typeface="Calibri" panose="020F0502020204030204" pitchFamily="34" charset="0"/>
                  <a:cs typeface="Calibri" panose="020F0502020204030204" pitchFamily="34" charset="0"/>
                </a:rPr>
                <a:t>    2022</a:t>
              </a:r>
              <a:endParaRPr lang="fr-FR" sz="2250" b="1" i="1" dirty="0">
                <a:solidFill>
                  <a:srgbClr val="FFFFFF"/>
                </a:solidFill>
                <a:latin typeface="Calibri" panose="020F0502020204030204" pitchFamily="34" charset="0"/>
                <a:ea typeface="Calibri" panose="020F0502020204030204" pitchFamily="34" charset="0"/>
                <a:cs typeface="Calibri" panose="020F0502020204030204" pitchFamily="34" charset="0"/>
              </a:endParaRPr>
            </a:p>
          </p:txBody>
        </p:sp>
        <p:sp>
          <p:nvSpPr>
            <p:cNvPr id="58" name="Arrow: Right 57">
              <a:extLst>
                <a:ext uri="{FF2B5EF4-FFF2-40B4-BE49-F238E27FC236}">
                  <a16:creationId xmlns:a16="http://schemas.microsoft.com/office/drawing/2014/main" id="{5C620A2C-29D1-03AF-AD1A-57F936E3441C}"/>
                </a:ext>
              </a:extLst>
            </p:cNvPr>
            <p:cNvSpPr/>
            <p:nvPr/>
          </p:nvSpPr>
          <p:spPr>
            <a:xfrm>
              <a:off x="4037300" y="3495361"/>
              <a:ext cx="1242779" cy="862088"/>
            </a:xfrm>
            <a:prstGeom prst="rightArrow">
              <a:avLst>
                <a:gd name="adj1" fmla="val 58718"/>
                <a:gd name="adj2" fmla="val 50000"/>
              </a:avLst>
            </a:prstGeom>
            <a:solidFill>
              <a:schemeClr val="tx2"/>
            </a:solidFill>
            <a:ln w="76200">
              <a:solidFill>
                <a:schemeClr val="tx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28700"/>
              <a:r>
                <a:rPr lang="fr-FR" sz="2700" b="1" i="1" dirty="0">
                  <a:solidFill>
                    <a:srgbClr val="FFFFFF"/>
                  </a:solidFill>
                  <a:latin typeface="Calibri" panose="020F0502020204030204" pitchFamily="34" charset="0"/>
                  <a:ea typeface="Calibri" panose="020F0502020204030204" pitchFamily="34" charset="0"/>
                  <a:cs typeface="Calibri" panose="020F0502020204030204" pitchFamily="34" charset="0"/>
                </a:rPr>
                <a:t>    2021</a:t>
              </a:r>
              <a:endParaRPr lang="fr-FR" sz="2250" b="1" i="1" dirty="0">
                <a:solidFill>
                  <a:srgbClr val="FFFFFF"/>
                </a:solidFill>
                <a:latin typeface="Calibri" panose="020F0502020204030204" pitchFamily="34" charset="0"/>
                <a:ea typeface="Calibri" panose="020F0502020204030204" pitchFamily="34" charset="0"/>
                <a:cs typeface="Calibri" panose="020F0502020204030204" pitchFamily="34" charset="0"/>
              </a:endParaRPr>
            </a:p>
          </p:txBody>
        </p:sp>
        <p:sp>
          <p:nvSpPr>
            <p:cNvPr id="57" name="Arrow: Right 56">
              <a:extLst>
                <a:ext uri="{FF2B5EF4-FFF2-40B4-BE49-F238E27FC236}">
                  <a16:creationId xmlns:a16="http://schemas.microsoft.com/office/drawing/2014/main" id="{A576B6B1-3CE8-96D3-438E-9F8875023E77}"/>
                </a:ext>
              </a:extLst>
            </p:cNvPr>
            <p:cNvSpPr/>
            <p:nvPr/>
          </p:nvSpPr>
          <p:spPr>
            <a:xfrm>
              <a:off x="3058701" y="3495361"/>
              <a:ext cx="1231144" cy="862088"/>
            </a:xfrm>
            <a:prstGeom prst="rightArrow">
              <a:avLst>
                <a:gd name="adj1" fmla="val 58718"/>
                <a:gd name="adj2" fmla="val 50000"/>
              </a:avLst>
            </a:prstGeom>
            <a:solidFill>
              <a:schemeClr val="accent1">
                <a:lumMod val="75000"/>
              </a:schemeClr>
            </a:solidFill>
            <a:ln w="76200">
              <a:solidFill>
                <a:schemeClr val="tx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28700"/>
              <a:r>
                <a:rPr lang="fr-FR" sz="2700" b="1" i="1" dirty="0">
                  <a:solidFill>
                    <a:srgbClr val="FFFFFF"/>
                  </a:solidFill>
                  <a:latin typeface="Calibri" panose="020F0502020204030204" pitchFamily="34" charset="0"/>
                  <a:ea typeface="Calibri" panose="020F0502020204030204" pitchFamily="34" charset="0"/>
                  <a:cs typeface="Calibri" panose="020F0502020204030204" pitchFamily="34" charset="0"/>
                </a:rPr>
                <a:t>    2020</a:t>
              </a:r>
              <a:endParaRPr lang="fr-FR" sz="2250" b="1" i="1" dirty="0">
                <a:solidFill>
                  <a:srgbClr val="FFFFFF"/>
                </a:solidFill>
                <a:latin typeface="Calibri" panose="020F0502020204030204" pitchFamily="34" charset="0"/>
                <a:ea typeface="Calibri" panose="020F0502020204030204" pitchFamily="34" charset="0"/>
                <a:cs typeface="Calibri" panose="020F0502020204030204" pitchFamily="34" charset="0"/>
              </a:endParaRPr>
            </a:p>
          </p:txBody>
        </p:sp>
        <p:sp>
          <p:nvSpPr>
            <p:cNvPr id="56" name="Arrow: Right 55">
              <a:extLst>
                <a:ext uri="{FF2B5EF4-FFF2-40B4-BE49-F238E27FC236}">
                  <a16:creationId xmlns:a16="http://schemas.microsoft.com/office/drawing/2014/main" id="{F2212164-417C-0E85-9F53-8FF6DE29C288}"/>
                </a:ext>
              </a:extLst>
            </p:cNvPr>
            <p:cNvSpPr/>
            <p:nvPr/>
          </p:nvSpPr>
          <p:spPr>
            <a:xfrm>
              <a:off x="2071702" y="3495361"/>
              <a:ext cx="1230610" cy="862088"/>
            </a:xfrm>
            <a:prstGeom prst="rightArrow">
              <a:avLst>
                <a:gd name="adj1" fmla="val 58718"/>
                <a:gd name="adj2" fmla="val 50000"/>
              </a:avLst>
            </a:prstGeom>
            <a:solidFill>
              <a:schemeClr val="tx2"/>
            </a:solidFill>
            <a:ln w="76200">
              <a:solidFill>
                <a:schemeClr val="tx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28700"/>
              <a:r>
                <a:rPr lang="fr-FR" sz="2700" b="1" i="1" dirty="0">
                  <a:solidFill>
                    <a:srgbClr val="FFFFFF"/>
                  </a:solidFill>
                  <a:latin typeface="Calibri" panose="020F0502020204030204" pitchFamily="34" charset="0"/>
                  <a:ea typeface="Calibri" panose="020F0502020204030204" pitchFamily="34" charset="0"/>
                  <a:cs typeface="Calibri" panose="020F0502020204030204" pitchFamily="34" charset="0"/>
                </a:rPr>
                <a:t>    2019</a:t>
              </a:r>
              <a:endParaRPr lang="fr-FR" sz="2250" b="1" i="1" dirty="0">
                <a:solidFill>
                  <a:srgbClr val="FFFFFF"/>
                </a:solidFill>
                <a:latin typeface="Calibri" panose="020F0502020204030204" pitchFamily="34" charset="0"/>
                <a:ea typeface="Calibri" panose="020F0502020204030204" pitchFamily="34" charset="0"/>
                <a:cs typeface="Calibri" panose="020F0502020204030204" pitchFamily="34" charset="0"/>
              </a:endParaRPr>
            </a:p>
          </p:txBody>
        </p:sp>
        <p:sp>
          <p:nvSpPr>
            <p:cNvPr id="42" name="Arrow: Right 41">
              <a:extLst>
                <a:ext uri="{FF2B5EF4-FFF2-40B4-BE49-F238E27FC236}">
                  <a16:creationId xmlns:a16="http://schemas.microsoft.com/office/drawing/2014/main" id="{709C7059-A6EF-DC9B-9ED7-183F003AC0E3}"/>
                </a:ext>
              </a:extLst>
            </p:cNvPr>
            <p:cNvSpPr/>
            <p:nvPr/>
          </p:nvSpPr>
          <p:spPr>
            <a:xfrm>
              <a:off x="1113153" y="3495361"/>
              <a:ext cx="1209647" cy="862088"/>
            </a:xfrm>
            <a:prstGeom prst="rightArrow">
              <a:avLst>
                <a:gd name="adj1" fmla="val 58718"/>
                <a:gd name="adj2" fmla="val 50000"/>
              </a:avLst>
            </a:prstGeom>
            <a:solidFill>
              <a:schemeClr val="accent1">
                <a:lumMod val="75000"/>
              </a:schemeClr>
            </a:solidFill>
            <a:ln w="76200">
              <a:solidFill>
                <a:schemeClr val="tx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28700"/>
              <a:r>
                <a:rPr lang="fr-FR" sz="2700" b="1" i="1" dirty="0">
                  <a:solidFill>
                    <a:srgbClr val="FFFFFF"/>
                  </a:solidFill>
                  <a:latin typeface="Calibri" panose="020F0502020204030204" pitchFamily="34" charset="0"/>
                  <a:ea typeface="Calibri" panose="020F0502020204030204" pitchFamily="34" charset="0"/>
                  <a:cs typeface="Calibri" panose="020F0502020204030204" pitchFamily="34" charset="0"/>
                </a:rPr>
                <a:t>    2018</a:t>
              </a:r>
              <a:endParaRPr lang="fr-FR" sz="2250" b="1" i="1" dirty="0">
                <a:solidFill>
                  <a:srgbClr val="FFFFFF"/>
                </a:solidFill>
                <a:latin typeface="Calibri" panose="020F0502020204030204" pitchFamily="34" charset="0"/>
                <a:ea typeface="Calibri" panose="020F0502020204030204" pitchFamily="34" charset="0"/>
                <a:cs typeface="Calibri" panose="020F0502020204030204" pitchFamily="34" charset="0"/>
              </a:endParaRPr>
            </a:p>
          </p:txBody>
        </p:sp>
        <p:sp>
          <p:nvSpPr>
            <p:cNvPr id="7" name="Arrow: Right 6">
              <a:extLst>
                <a:ext uri="{FF2B5EF4-FFF2-40B4-BE49-F238E27FC236}">
                  <a16:creationId xmlns:a16="http://schemas.microsoft.com/office/drawing/2014/main" id="{28A93BB8-5BE1-3123-57F7-DC1831F83107}"/>
                </a:ext>
              </a:extLst>
            </p:cNvPr>
            <p:cNvSpPr/>
            <p:nvPr/>
          </p:nvSpPr>
          <p:spPr>
            <a:xfrm>
              <a:off x="64089" y="3495361"/>
              <a:ext cx="1330965" cy="862088"/>
            </a:xfrm>
            <a:prstGeom prst="rightArrow">
              <a:avLst>
                <a:gd name="adj1" fmla="val 58718"/>
                <a:gd name="adj2" fmla="val 50000"/>
              </a:avLst>
            </a:prstGeom>
            <a:solidFill>
              <a:schemeClr val="tx2"/>
            </a:solidFill>
            <a:ln w="76200">
              <a:solidFill>
                <a:schemeClr val="tx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28700"/>
              <a:r>
                <a:rPr lang="fr-FR" sz="2700" b="1" i="1" dirty="0">
                  <a:solidFill>
                    <a:srgbClr val="FFFFFF"/>
                  </a:solidFill>
                  <a:latin typeface="Calibri" panose="020F0502020204030204" pitchFamily="34" charset="0"/>
                  <a:ea typeface="Calibri" panose="020F0502020204030204" pitchFamily="34" charset="0"/>
                  <a:cs typeface="Calibri" panose="020F0502020204030204" pitchFamily="34" charset="0"/>
                </a:rPr>
                <a:t>2017</a:t>
              </a:r>
            </a:p>
          </p:txBody>
        </p:sp>
      </p:grpSp>
      <p:cxnSp>
        <p:nvCxnSpPr>
          <p:cNvPr id="22" name="Straight Connector 21">
            <a:extLst>
              <a:ext uri="{FF2B5EF4-FFF2-40B4-BE49-F238E27FC236}">
                <a16:creationId xmlns:a16="http://schemas.microsoft.com/office/drawing/2014/main" id="{AEB3A1E2-18A6-74A5-6AA6-1F7734419A52}"/>
              </a:ext>
            </a:extLst>
          </p:cNvPr>
          <p:cNvCxnSpPr>
            <a:cxnSpLocks/>
          </p:cNvCxnSpPr>
          <p:nvPr/>
        </p:nvCxnSpPr>
        <p:spPr>
          <a:xfrm>
            <a:off x="4623555" y="4758675"/>
            <a:ext cx="0" cy="673914"/>
          </a:xfrm>
          <a:prstGeom prst="line">
            <a:avLst/>
          </a:prstGeom>
          <a:ln w="57150">
            <a:prstDash val="sysDot"/>
          </a:ln>
        </p:spPr>
        <p:style>
          <a:lnRef idx="1">
            <a:schemeClr val="accent1"/>
          </a:lnRef>
          <a:fillRef idx="0">
            <a:schemeClr val="accent1"/>
          </a:fillRef>
          <a:effectRef idx="0">
            <a:schemeClr val="accent1"/>
          </a:effectRef>
          <a:fontRef idx="minor">
            <a:schemeClr val="tx1"/>
          </a:fontRef>
        </p:style>
      </p:cxnSp>
      <p:sp>
        <p:nvSpPr>
          <p:cNvPr id="55" name="Rectangle 54">
            <a:extLst>
              <a:ext uri="{FF2B5EF4-FFF2-40B4-BE49-F238E27FC236}">
                <a16:creationId xmlns:a16="http://schemas.microsoft.com/office/drawing/2014/main" id="{76DC50A8-560F-6529-42D7-592279020A22}"/>
              </a:ext>
            </a:extLst>
          </p:cNvPr>
          <p:cNvSpPr/>
          <p:nvPr/>
        </p:nvSpPr>
        <p:spPr>
          <a:xfrm>
            <a:off x="2401312" y="4413893"/>
            <a:ext cx="1393400" cy="646331"/>
          </a:xfrm>
          <a:prstGeom prst="rect">
            <a:avLst/>
          </a:prstGeom>
        </p:spPr>
        <p:txBody>
          <a:bodyPr wrap="square">
            <a:spAutoFit/>
          </a:bodyPr>
          <a:lstStyle/>
          <a:p>
            <a:pPr algn="ctr" defTabSz="1028700"/>
            <a:r>
              <a:rPr lang="fr-FR" dirty="0">
                <a:solidFill>
                  <a:srgbClr val="7CA655">
                    <a:lumMod val="50000"/>
                  </a:srgbClr>
                </a:solidFill>
                <a:ea typeface="Calibri" panose="020F0502020204030204" pitchFamily="34" charset="0"/>
                <a:cs typeface="Calibri" panose="020F0502020204030204" pitchFamily="34" charset="0"/>
              </a:rPr>
              <a:t>Début du green</a:t>
            </a:r>
          </a:p>
        </p:txBody>
      </p:sp>
      <p:sp>
        <p:nvSpPr>
          <p:cNvPr id="61" name="Rectangle 60">
            <a:extLst>
              <a:ext uri="{FF2B5EF4-FFF2-40B4-BE49-F238E27FC236}">
                <a16:creationId xmlns:a16="http://schemas.microsoft.com/office/drawing/2014/main" id="{960DD0AE-891F-0B07-1B55-809373AA9550}"/>
              </a:ext>
            </a:extLst>
          </p:cNvPr>
          <p:cNvSpPr/>
          <p:nvPr/>
        </p:nvSpPr>
        <p:spPr>
          <a:xfrm>
            <a:off x="8086619" y="2476751"/>
            <a:ext cx="1864169" cy="646331"/>
          </a:xfrm>
          <a:prstGeom prst="rect">
            <a:avLst/>
          </a:prstGeom>
        </p:spPr>
        <p:txBody>
          <a:bodyPr wrap="square">
            <a:spAutoFit/>
          </a:bodyPr>
          <a:lstStyle/>
          <a:p>
            <a:pPr algn="ctr" defTabSz="1028700"/>
            <a:r>
              <a:rPr lang="fr-FR" dirty="0">
                <a:solidFill>
                  <a:srgbClr val="7CA655">
                    <a:lumMod val="50000"/>
                  </a:srgbClr>
                </a:solidFill>
                <a:ea typeface="Calibri" panose="020F0502020204030204" pitchFamily="34" charset="0"/>
                <a:cs typeface="Calibri" panose="020F0502020204030204" pitchFamily="34" charset="0"/>
              </a:rPr>
              <a:t>Porteur de projet Octroi</a:t>
            </a:r>
          </a:p>
        </p:txBody>
      </p:sp>
      <p:sp>
        <p:nvSpPr>
          <p:cNvPr id="62" name="Rectangle 61">
            <a:extLst>
              <a:ext uri="{FF2B5EF4-FFF2-40B4-BE49-F238E27FC236}">
                <a16:creationId xmlns:a16="http://schemas.microsoft.com/office/drawing/2014/main" id="{34106C13-957C-94EC-E1A1-B22A694D89EC}"/>
              </a:ext>
            </a:extLst>
          </p:cNvPr>
          <p:cNvSpPr/>
          <p:nvPr/>
        </p:nvSpPr>
        <p:spPr>
          <a:xfrm>
            <a:off x="5084349" y="3547367"/>
            <a:ext cx="1984278" cy="646331"/>
          </a:xfrm>
          <a:prstGeom prst="rect">
            <a:avLst/>
          </a:prstGeom>
        </p:spPr>
        <p:txBody>
          <a:bodyPr wrap="square">
            <a:spAutoFit/>
          </a:bodyPr>
          <a:lstStyle/>
          <a:p>
            <a:pPr algn="ctr" defTabSz="1028700"/>
            <a:r>
              <a:rPr lang="fr-FR" dirty="0">
                <a:solidFill>
                  <a:srgbClr val="7CA655">
                    <a:lumMod val="50000"/>
                  </a:srgbClr>
                </a:solidFill>
                <a:ea typeface="Calibri" panose="020F0502020204030204" pitchFamily="34" charset="0"/>
                <a:cs typeface="Calibri" panose="020F0502020204030204" pitchFamily="34" charset="0"/>
              </a:rPr>
              <a:t>Analyse de cycle de vie </a:t>
            </a:r>
          </a:p>
        </p:txBody>
      </p:sp>
      <p:sp>
        <p:nvSpPr>
          <p:cNvPr id="64" name="Rectangle 63">
            <a:extLst>
              <a:ext uri="{FF2B5EF4-FFF2-40B4-BE49-F238E27FC236}">
                <a16:creationId xmlns:a16="http://schemas.microsoft.com/office/drawing/2014/main" id="{529195AE-5E73-B2D9-F538-B03DF3FF1A00}"/>
              </a:ext>
            </a:extLst>
          </p:cNvPr>
          <p:cNvSpPr/>
          <p:nvPr/>
        </p:nvSpPr>
        <p:spPr>
          <a:xfrm>
            <a:off x="7233905" y="9283762"/>
            <a:ext cx="1324350" cy="369332"/>
          </a:xfrm>
          <a:prstGeom prst="rect">
            <a:avLst/>
          </a:prstGeom>
        </p:spPr>
        <p:txBody>
          <a:bodyPr wrap="square">
            <a:spAutoFit/>
          </a:bodyPr>
          <a:lstStyle/>
          <a:p>
            <a:pPr defTabSz="1028700"/>
            <a:r>
              <a:rPr lang="fr-FR" dirty="0">
                <a:solidFill>
                  <a:schemeClr val="tx2">
                    <a:lumMod val="75000"/>
                  </a:schemeClr>
                </a:solidFill>
                <a:ea typeface="Calibri" panose="020F0502020204030204" pitchFamily="34" charset="0"/>
                <a:cs typeface="Calibri" panose="020F0502020204030204" pitchFamily="34" charset="0"/>
              </a:rPr>
              <a:t>Matériaux</a:t>
            </a:r>
          </a:p>
        </p:txBody>
      </p:sp>
      <p:sp>
        <p:nvSpPr>
          <p:cNvPr id="71" name="Rectangle 70">
            <a:extLst>
              <a:ext uri="{FF2B5EF4-FFF2-40B4-BE49-F238E27FC236}">
                <a16:creationId xmlns:a16="http://schemas.microsoft.com/office/drawing/2014/main" id="{B0A7AE45-05D4-BD3E-C1F8-7576909EC4A2}"/>
              </a:ext>
            </a:extLst>
          </p:cNvPr>
          <p:cNvSpPr/>
          <p:nvPr/>
        </p:nvSpPr>
        <p:spPr>
          <a:xfrm>
            <a:off x="7139513" y="8798428"/>
            <a:ext cx="1639103" cy="1428956"/>
          </a:xfrm>
          <a:prstGeom prst="rect">
            <a:avLst/>
          </a:prstGeom>
          <a:noFill/>
          <a:ln>
            <a:solidFill>
              <a:srgbClr val="7CA655"/>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72" name="Rectangle 71">
            <a:extLst>
              <a:ext uri="{FF2B5EF4-FFF2-40B4-BE49-F238E27FC236}">
                <a16:creationId xmlns:a16="http://schemas.microsoft.com/office/drawing/2014/main" id="{E2956EB6-1A2E-8F95-D07D-DF1631229392}"/>
              </a:ext>
            </a:extLst>
          </p:cNvPr>
          <p:cNvSpPr/>
          <p:nvPr/>
        </p:nvSpPr>
        <p:spPr>
          <a:xfrm>
            <a:off x="7128099" y="8178146"/>
            <a:ext cx="2165982" cy="2049236"/>
          </a:xfrm>
          <a:prstGeom prst="rect">
            <a:avLst/>
          </a:prstGeom>
          <a:noFill/>
          <a:ln>
            <a:solidFill>
              <a:schemeClr val="accent3">
                <a:lumMod val="75000"/>
              </a:schemeClr>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accent3">
                  <a:lumMod val="75000"/>
                </a:schemeClr>
              </a:solidFill>
            </a:endParaRPr>
          </a:p>
        </p:txBody>
      </p:sp>
      <p:sp>
        <p:nvSpPr>
          <p:cNvPr id="73" name="Rectangle 72">
            <a:extLst>
              <a:ext uri="{FF2B5EF4-FFF2-40B4-BE49-F238E27FC236}">
                <a16:creationId xmlns:a16="http://schemas.microsoft.com/office/drawing/2014/main" id="{998B151C-9FEF-B3F2-8F48-8296212B7D28}"/>
              </a:ext>
            </a:extLst>
          </p:cNvPr>
          <p:cNvSpPr/>
          <p:nvPr/>
        </p:nvSpPr>
        <p:spPr>
          <a:xfrm>
            <a:off x="7139513" y="7567943"/>
            <a:ext cx="2850576" cy="2653551"/>
          </a:xfrm>
          <a:prstGeom prst="rect">
            <a:avLst/>
          </a:prstGeom>
          <a:noFill/>
          <a:ln>
            <a:solidFill>
              <a:srgbClr val="7CA655"/>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74" name="Rectangle 73">
            <a:extLst>
              <a:ext uri="{FF2B5EF4-FFF2-40B4-BE49-F238E27FC236}">
                <a16:creationId xmlns:a16="http://schemas.microsoft.com/office/drawing/2014/main" id="{6A71E2FC-81BA-AF26-DD7D-25CACB32E65A}"/>
              </a:ext>
            </a:extLst>
          </p:cNvPr>
          <p:cNvSpPr/>
          <p:nvPr/>
        </p:nvSpPr>
        <p:spPr>
          <a:xfrm>
            <a:off x="7139512" y="7137173"/>
            <a:ext cx="3230078" cy="3078432"/>
          </a:xfrm>
          <a:prstGeom prst="rect">
            <a:avLst/>
          </a:prstGeom>
          <a:noFill/>
          <a:ln>
            <a:solidFill>
              <a:schemeClr val="accent3">
                <a:lumMod val="75000"/>
              </a:schemeClr>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77" name="Rectangle 76">
            <a:extLst>
              <a:ext uri="{FF2B5EF4-FFF2-40B4-BE49-F238E27FC236}">
                <a16:creationId xmlns:a16="http://schemas.microsoft.com/office/drawing/2014/main" id="{CF2881ED-4E36-B576-0806-1450026309CF}"/>
              </a:ext>
            </a:extLst>
          </p:cNvPr>
          <p:cNvSpPr/>
          <p:nvPr/>
        </p:nvSpPr>
        <p:spPr>
          <a:xfrm>
            <a:off x="7143784" y="6704435"/>
            <a:ext cx="3715154" cy="3522948"/>
          </a:xfrm>
          <a:prstGeom prst="rect">
            <a:avLst/>
          </a:prstGeom>
          <a:noFill/>
          <a:ln>
            <a:solidFill>
              <a:srgbClr val="7030A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83" name="Rectangle 82">
            <a:extLst>
              <a:ext uri="{FF2B5EF4-FFF2-40B4-BE49-F238E27FC236}">
                <a16:creationId xmlns:a16="http://schemas.microsoft.com/office/drawing/2014/main" id="{71C962FA-1F3F-1152-9E55-07011837922E}"/>
              </a:ext>
            </a:extLst>
          </p:cNvPr>
          <p:cNvSpPr/>
          <p:nvPr/>
        </p:nvSpPr>
        <p:spPr>
          <a:xfrm>
            <a:off x="13984452" y="-39977"/>
            <a:ext cx="2005839" cy="646331"/>
          </a:xfrm>
          <a:prstGeom prst="rect">
            <a:avLst/>
          </a:prstGeom>
        </p:spPr>
        <p:txBody>
          <a:bodyPr wrap="square">
            <a:spAutoFit/>
          </a:bodyPr>
          <a:lstStyle/>
          <a:p>
            <a:pPr algn="ctr" defTabSz="1028700"/>
            <a:r>
              <a:rPr lang="fr-FR" dirty="0">
                <a:solidFill>
                  <a:srgbClr val="7CA655">
                    <a:lumMod val="50000"/>
                  </a:srgbClr>
                </a:solidFill>
                <a:ea typeface="Calibri" panose="020F0502020204030204" pitchFamily="34" charset="0"/>
                <a:cs typeface="Calibri" panose="020F0502020204030204" pitchFamily="34" charset="0"/>
              </a:rPr>
              <a:t>LAUDS</a:t>
            </a:r>
          </a:p>
          <a:p>
            <a:pPr algn="ctr" defTabSz="1028700"/>
            <a:r>
              <a:rPr lang="fr-FR" dirty="0" err="1">
                <a:solidFill>
                  <a:srgbClr val="7CA655">
                    <a:lumMod val="50000"/>
                  </a:srgbClr>
                </a:solidFill>
                <a:ea typeface="Calibri" panose="020F0502020204030204" pitchFamily="34" charset="0"/>
                <a:cs typeface="Calibri" panose="020F0502020204030204" pitchFamily="34" charset="0"/>
              </a:rPr>
              <a:t>TechtraplastiCE</a:t>
            </a:r>
            <a:endParaRPr lang="fr-FR" dirty="0">
              <a:solidFill>
                <a:srgbClr val="7CA655">
                  <a:lumMod val="50000"/>
                </a:srgbClr>
              </a:solidFill>
              <a:ea typeface="Calibri" panose="020F0502020204030204" pitchFamily="34" charset="0"/>
              <a:cs typeface="Calibri" panose="020F0502020204030204" pitchFamily="34" charset="0"/>
            </a:endParaRPr>
          </a:p>
        </p:txBody>
      </p:sp>
      <p:sp>
        <p:nvSpPr>
          <p:cNvPr id="85" name="Rectangle 84">
            <a:extLst>
              <a:ext uri="{FF2B5EF4-FFF2-40B4-BE49-F238E27FC236}">
                <a16:creationId xmlns:a16="http://schemas.microsoft.com/office/drawing/2014/main" id="{0CDCD431-1F80-6033-8F34-591744D4189E}"/>
              </a:ext>
            </a:extLst>
          </p:cNvPr>
          <p:cNvSpPr/>
          <p:nvPr/>
        </p:nvSpPr>
        <p:spPr>
          <a:xfrm>
            <a:off x="12393252" y="120796"/>
            <a:ext cx="2005839" cy="923330"/>
          </a:xfrm>
          <a:prstGeom prst="rect">
            <a:avLst/>
          </a:prstGeom>
        </p:spPr>
        <p:txBody>
          <a:bodyPr wrap="square">
            <a:spAutoFit/>
          </a:bodyPr>
          <a:lstStyle/>
          <a:p>
            <a:pPr algn="ctr" defTabSz="1028700"/>
            <a:r>
              <a:rPr lang="fr-FR" dirty="0">
                <a:solidFill>
                  <a:schemeClr val="accent3">
                    <a:lumMod val="75000"/>
                  </a:schemeClr>
                </a:solidFill>
                <a:ea typeface="Calibri" panose="020F0502020204030204" pitchFamily="34" charset="0"/>
                <a:cs typeface="Calibri" panose="020F0502020204030204" pitchFamily="34" charset="0"/>
              </a:rPr>
              <a:t>Evaluation des matériaux issus de PCB</a:t>
            </a:r>
          </a:p>
        </p:txBody>
      </p:sp>
      <p:sp>
        <p:nvSpPr>
          <p:cNvPr id="88" name="Rectangle 87">
            <a:extLst>
              <a:ext uri="{FF2B5EF4-FFF2-40B4-BE49-F238E27FC236}">
                <a16:creationId xmlns:a16="http://schemas.microsoft.com/office/drawing/2014/main" id="{E1BA1477-7786-84E7-5B03-D85DB1F2450D}"/>
              </a:ext>
            </a:extLst>
          </p:cNvPr>
          <p:cNvSpPr/>
          <p:nvPr/>
        </p:nvSpPr>
        <p:spPr>
          <a:xfrm>
            <a:off x="6517786" y="3163980"/>
            <a:ext cx="2086058" cy="369332"/>
          </a:xfrm>
          <a:prstGeom prst="rect">
            <a:avLst/>
          </a:prstGeom>
        </p:spPr>
        <p:txBody>
          <a:bodyPr wrap="square">
            <a:spAutoFit/>
          </a:bodyPr>
          <a:lstStyle/>
          <a:p>
            <a:pPr algn="ctr" defTabSz="1028700"/>
            <a:r>
              <a:rPr lang="fr-FR" dirty="0">
                <a:solidFill>
                  <a:schemeClr val="accent3">
                    <a:lumMod val="75000"/>
                  </a:schemeClr>
                </a:solidFill>
                <a:ea typeface="Calibri" panose="020F0502020204030204" pitchFamily="34" charset="0"/>
                <a:cs typeface="Calibri" panose="020F0502020204030204" pitchFamily="34" charset="0"/>
              </a:rPr>
              <a:t>INEDIT</a:t>
            </a:r>
          </a:p>
        </p:txBody>
      </p:sp>
      <p:sp>
        <p:nvSpPr>
          <p:cNvPr id="91" name="Rectangle 90">
            <a:extLst>
              <a:ext uri="{FF2B5EF4-FFF2-40B4-BE49-F238E27FC236}">
                <a16:creationId xmlns:a16="http://schemas.microsoft.com/office/drawing/2014/main" id="{873502D8-637D-714F-F902-CF53AE136ADB}"/>
              </a:ext>
            </a:extLst>
          </p:cNvPr>
          <p:cNvSpPr/>
          <p:nvPr/>
        </p:nvSpPr>
        <p:spPr>
          <a:xfrm>
            <a:off x="5084349" y="2948939"/>
            <a:ext cx="1984278" cy="646331"/>
          </a:xfrm>
          <a:prstGeom prst="rect">
            <a:avLst/>
          </a:prstGeom>
        </p:spPr>
        <p:txBody>
          <a:bodyPr wrap="square">
            <a:spAutoFit/>
          </a:bodyPr>
          <a:lstStyle/>
          <a:p>
            <a:pPr algn="ctr" defTabSz="1028700"/>
            <a:r>
              <a:rPr lang="fr-FR" dirty="0">
                <a:solidFill>
                  <a:srgbClr val="7CA655">
                    <a:lumMod val="50000"/>
                  </a:srgbClr>
                </a:solidFill>
                <a:ea typeface="Calibri" panose="020F0502020204030204" pitchFamily="34" charset="0"/>
                <a:cs typeface="Calibri" panose="020F0502020204030204" pitchFamily="34" charset="0"/>
              </a:rPr>
              <a:t>Comparaison </a:t>
            </a:r>
          </a:p>
          <a:p>
            <a:pPr algn="ctr" defTabSz="1028700"/>
            <a:r>
              <a:rPr lang="fr-FR" dirty="0">
                <a:solidFill>
                  <a:srgbClr val="7CA655">
                    <a:lumMod val="50000"/>
                  </a:srgbClr>
                </a:solidFill>
                <a:ea typeface="Calibri" panose="020F0502020204030204" pitchFamily="34" charset="0"/>
                <a:cs typeface="Calibri" panose="020F0502020204030204" pitchFamily="34" charset="0"/>
              </a:rPr>
              <a:t>FFF-FGF</a:t>
            </a:r>
          </a:p>
        </p:txBody>
      </p:sp>
      <p:sp>
        <p:nvSpPr>
          <p:cNvPr id="93" name="Rectangle 92">
            <a:extLst>
              <a:ext uri="{FF2B5EF4-FFF2-40B4-BE49-F238E27FC236}">
                <a16:creationId xmlns:a16="http://schemas.microsoft.com/office/drawing/2014/main" id="{285C6968-2754-2589-16C2-CBEAB2537BFD}"/>
              </a:ext>
            </a:extLst>
          </p:cNvPr>
          <p:cNvSpPr/>
          <p:nvPr/>
        </p:nvSpPr>
        <p:spPr>
          <a:xfrm>
            <a:off x="6517786" y="1916813"/>
            <a:ext cx="2086058" cy="1200329"/>
          </a:xfrm>
          <a:prstGeom prst="rect">
            <a:avLst/>
          </a:prstGeom>
        </p:spPr>
        <p:txBody>
          <a:bodyPr wrap="square">
            <a:spAutoFit/>
          </a:bodyPr>
          <a:lstStyle/>
          <a:p>
            <a:pPr algn="ctr" defTabSz="1028700"/>
            <a:r>
              <a:rPr lang="fr-FR" dirty="0">
                <a:solidFill>
                  <a:schemeClr val="accent3">
                    <a:lumMod val="75000"/>
                  </a:schemeClr>
                </a:solidFill>
                <a:ea typeface="Calibri" panose="020F0502020204030204" pitchFamily="34" charset="0"/>
                <a:cs typeface="Calibri" panose="020F0502020204030204" pitchFamily="34" charset="0"/>
              </a:rPr>
              <a:t>Démonstrateurs de type living lab dédiés à la circularité  </a:t>
            </a:r>
          </a:p>
        </p:txBody>
      </p:sp>
      <p:sp>
        <p:nvSpPr>
          <p:cNvPr id="94" name="Rectangle 93">
            <a:extLst>
              <a:ext uri="{FF2B5EF4-FFF2-40B4-BE49-F238E27FC236}">
                <a16:creationId xmlns:a16="http://schemas.microsoft.com/office/drawing/2014/main" id="{C7E53E5C-8087-E37F-64FB-383DBB4A226E}"/>
              </a:ext>
            </a:extLst>
          </p:cNvPr>
          <p:cNvSpPr/>
          <p:nvPr/>
        </p:nvSpPr>
        <p:spPr>
          <a:xfrm>
            <a:off x="7583562" y="8377057"/>
            <a:ext cx="1710519" cy="369332"/>
          </a:xfrm>
          <a:prstGeom prst="rect">
            <a:avLst/>
          </a:prstGeom>
        </p:spPr>
        <p:txBody>
          <a:bodyPr wrap="square">
            <a:spAutoFit/>
          </a:bodyPr>
          <a:lstStyle/>
          <a:p>
            <a:pPr defTabSz="1028700"/>
            <a:r>
              <a:rPr lang="fr-FR" dirty="0">
                <a:solidFill>
                  <a:schemeClr val="accent3">
                    <a:lumMod val="75000"/>
                  </a:schemeClr>
                </a:solidFill>
                <a:ea typeface="Calibri" panose="020F0502020204030204" pitchFamily="34" charset="0"/>
                <a:cs typeface="Calibri" panose="020F0502020204030204" pitchFamily="34" charset="0"/>
              </a:rPr>
              <a:t>Technologique</a:t>
            </a:r>
          </a:p>
        </p:txBody>
      </p:sp>
      <p:sp>
        <p:nvSpPr>
          <p:cNvPr id="95" name="Rectangle 94">
            <a:extLst>
              <a:ext uri="{FF2B5EF4-FFF2-40B4-BE49-F238E27FC236}">
                <a16:creationId xmlns:a16="http://schemas.microsoft.com/office/drawing/2014/main" id="{DFC06AAD-5B6E-B23B-E241-9A84E62A71A3}"/>
              </a:ext>
            </a:extLst>
          </p:cNvPr>
          <p:cNvSpPr/>
          <p:nvPr/>
        </p:nvSpPr>
        <p:spPr>
          <a:xfrm>
            <a:off x="7113896" y="7567943"/>
            <a:ext cx="2924624" cy="646331"/>
          </a:xfrm>
          <a:prstGeom prst="rect">
            <a:avLst/>
          </a:prstGeom>
        </p:spPr>
        <p:txBody>
          <a:bodyPr wrap="square">
            <a:spAutoFit/>
          </a:bodyPr>
          <a:lstStyle/>
          <a:p>
            <a:pPr algn="r" defTabSz="1028700"/>
            <a:r>
              <a:rPr lang="fr-FR" dirty="0">
                <a:solidFill>
                  <a:schemeClr val="tx2">
                    <a:lumMod val="75000"/>
                  </a:schemeClr>
                </a:solidFill>
                <a:ea typeface="Calibri" panose="020F0502020204030204" pitchFamily="34" charset="0"/>
                <a:cs typeface="Calibri" panose="020F0502020204030204" pitchFamily="34" charset="0"/>
              </a:rPr>
              <a:t>Analyse et évaluation du système</a:t>
            </a:r>
          </a:p>
        </p:txBody>
      </p:sp>
      <p:sp>
        <p:nvSpPr>
          <p:cNvPr id="96" name="Rectangle 95">
            <a:extLst>
              <a:ext uri="{FF2B5EF4-FFF2-40B4-BE49-F238E27FC236}">
                <a16:creationId xmlns:a16="http://schemas.microsoft.com/office/drawing/2014/main" id="{74C72A70-F459-529C-2A85-AAECA7FF353F}"/>
              </a:ext>
            </a:extLst>
          </p:cNvPr>
          <p:cNvSpPr/>
          <p:nvPr/>
        </p:nvSpPr>
        <p:spPr>
          <a:xfrm>
            <a:off x="9179936" y="7152443"/>
            <a:ext cx="1189653" cy="369332"/>
          </a:xfrm>
          <a:prstGeom prst="rect">
            <a:avLst/>
          </a:prstGeom>
        </p:spPr>
        <p:txBody>
          <a:bodyPr wrap="square">
            <a:spAutoFit/>
          </a:bodyPr>
          <a:lstStyle/>
          <a:p>
            <a:pPr defTabSz="1028700"/>
            <a:r>
              <a:rPr lang="fr-FR" dirty="0">
                <a:solidFill>
                  <a:schemeClr val="accent3">
                    <a:lumMod val="75000"/>
                  </a:schemeClr>
                </a:solidFill>
                <a:ea typeface="Calibri" panose="020F0502020204030204" pitchFamily="34" charset="0"/>
                <a:cs typeface="Calibri" panose="020F0502020204030204" pitchFamily="34" charset="0"/>
              </a:rPr>
              <a:t>Territorial</a:t>
            </a:r>
          </a:p>
        </p:txBody>
      </p:sp>
      <p:sp>
        <p:nvSpPr>
          <p:cNvPr id="97" name="Rectangle 96">
            <a:extLst>
              <a:ext uri="{FF2B5EF4-FFF2-40B4-BE49-F238E27FC236}">
                <a16:creationId xmlns:a16="http://schemas.microsoft.com/office/drawing/2014/main" id="{1B24AE89-8FB0-46A0-CFB5-462DDF47F9B0}"/>
              </a:ext>
            </a:extLst>
          </p:cNvPr>
          <p:cNvSpPr/>
          <p:nvPr/>
        </p:nvSpPr>
        <p:spPr>
          <a:xfrm>
            <a:off x="9990090" y="6704435"/>
            <a:ext cx="868848" cy="369332"/>
          </a:xfrm>
          <a:prstGeom prst="rect">
            <a:avLst/>
          </a:prstGeom>
          <a:ln>
            <a:noFill/>
          </a:ln>
        </p:spPr>
        <p:txBody>
          <a:bodyPr wrap="square">
            <a:spAutoFit/>
          </a:bodyPr>
          <a:lstStyle/>
          <a:p>
            <a:pPr defTabSz="1028700"/>
            <a:r>
              <a:rPr lang="fr-FR" dirty="0">
                <a:solidFill>
                  <a:srgbClr val="7030A0"/>
                </a:solidFill>
                <a:ea typeface="Calibri" panose="020F0502020204030204" pitchFamily="34" charset="0"/>
                <a:cs typeface="Calibri" panose="020F0502020204030204" pitchFamily="34" charset="0"/>
              </a:rPr>
              <a:t>Social</a:t>
            </a:r>
          </a:p>
        </p:txBody>
      </p:sp>
      <p:sp>
        <p:nvSpPr>
          <p:cNvPr id="98" name="Rectangle 97">
            <a:extLst>
              <a:ext uri="{FF2B5EF4-FFF2-40B4-BE49-F238E27FC236}">
                <a16:creationId xmlns:a16="http://schemas.microsoft.com/office/drawing/2014/main" id="{166F0AF8-751B-1E13-BA6B-F43184D7D441}"/>
              </a:ext>
            </a:extLst>
          </p:cNvPr>
          <p:cNvSpPr/>
          <p:nvPr/>
        </p:nvSpPr>
        <p:spPr>
          <a:xfrm>
            <a:off x="5084349" y="2387757"/>
            <a:ext cx="1984278" cy="646331"/>
          </a:xfrm>
          <a:prstGeom prst="rect">
            <a:avLst/>
          </a:prstGeom>
        </p:spPr>
        <p:txBody>
          <a:bodyPr wrap="square">
            <a:spAutoFit/>
          </a:bodyPr>
          <a:lstStyle/>
          <a:p>
            <a:pPr algn="ctr" defTabSz="1028700"/>
            <a:r>
              <a:rPr lang="fr-FR" dirty="0">
                <a:solidFill>
                  <a:srgbClr val="7CA655">
                    <a:lumMod val="50000"/>
                  </a:srgbClr>
                </a:solidFill>
                <a:ea typeface="Calibri" panose="020F0502020204030204" pitchFamily="34" charset="0"/>
                <a:cs typeface="Calibri" panose="020F0502020204030204" pitchFamily="34" charset="0"/>
              </a:rPr>
              <a:t>Social évaluation de RD</a:t>
            </a:r>
          </a:p>
        </p:txBody>
      </p:sp>
      <p:sp>
        <p:nvSpPr>
          <p:cNvPr id="100" name="Rectangle 99">
            <a:extLst>
              <a:ext uri="{FF2B5EF4-FFF2-40B4-BE49-F238E27FC236}">
                <a16:creationId xmlns:a16="http://schemas.microsoft.com/office/drawing/2014/main" id="{A6BA8481-BA72-4006-701B-800EB80BF87E}"/>
              </a:ext>
            </a:extLst>
          </p:cNvPr>
          <p:cNvSpPr/>
          <p:nvPr/>
        </p:nvSpPr>
        <p:spPr>
          <a:xfrm>
            <a:off x="9530184" y="1460360"/>
            <a:ext cx="2096814" cy="369332"/>
          </a:xfrm>
          <a:prstGeom prst="rect">
            <a:avLst/>
          </a:prstGeom>
        </p:spPr>
        <p:txBody>
          <a:bodyPr wrap="square">
            <a:spAutoFit/>
          </a:bodyPr>
          <a:lstStyle/>
          <a:p>
            <a:pPr algn="ctr" defTabSz="1028700"/>
            <a:r>
              <a:rPr lang="fr-FR" dirty="0">
                <a:solidFill>
                  <a:schemeClr val="accent3">
                    <a:lumMod val="75000"/>
                  </a:schemeClr>
                </a:solidFill>
                <a:ea typeface="Calibri" panose="020F0502020204030204" pitchFamily="34" charset="0"/>
                <a:cs typeface="Calibri" panose="020F0502020204030204" pitchFamily="34" charset="0"/>
              </a:rPr>
              <a:t>ANR Green local 3D</a:t>
            </a:r>
          </a:p>
        </p:txBody>
      </p:sp>
      <p:sp>
        <p:nvSpPr>
          <p:cNvPr id="104" name="Rectangle 103">
            <a:extLst>
              <a:ext uri="{FF2B5EF4-FFF2-40B4-BE49-F238E27FC236}">
                <a16:creationId xmlns:a16="http://schemas.microsoft.com/office/drawing/2014/main" id="{8D5BBCFC-ED8A-EBB8-5EE0-680198E913E9}"/>
              </a:ext>
            </a:extLst>
          </p:cNvPr>
          <p:cNvSpPr/>
          <p:nvPr/>
        </p:nvSpPr>
        <p:spPr>
          <a:xfrm>
            <a:off x="11026649" y="1183755"/>
            <a:ext cx="1864169" cy="646331"/>
          </a:xfrm>
          <a:prstGeom prst="rect">
            <a:avLst/>
          </a:prstGeom>
        </p:spPr>
        <p:txBody>
          <a:bodyPr wrap="square">
            <a:spAutoFit/>
          </a:bodyPr>
          <a:lstStyle/>
          <a:p>
            <a:pPr algn="ctr" defTabSz="1028700"/>
            <a:r>
              <a:rPr lang="fr-FR" dirty="0">
                <a:solidFill>
                  <a:srgbClr val="7CA655">
                    <a:lumMod val="50000"/>
                  </a:srgbClr>
                </a:solidFill>
                <a:ea typeface="Calibri" panose="020F0502020204030204" pitchFamily="34" charset="0"/>
                <a:cs typeface="Calibri" panose="020F0502020204030204" pitchFamily="34" charset="0"/>
              </a:rPr>
              <a:t>Interaction avec le publique</a:t>
            </a:r>
          </a:p>
        </p:txBody>
      </p:sp>
      <p:cxnSp>
        <p:nvCxnSpPr>
          <p:cNvPr id="111" name="Straight Connector 110">
            <a:extLst>
              <a:ext uri="{FF2B5EF4-FFF2-40B4-BE49-F238E27FC236}">
                <a16:creationId xmlns:a16="http://schemas.microsoft.com/office/drawing/2014/main" id="{40A7AEC1-0961-3FCC-7FB5-3356A2FD955E}"/>
              </a:ext>
            </a:extLst>
          </p:cNvPr>
          <p:cNvCxnSpPr>
            <a:cxnSpLocks/>
          </p:cNvCxnSpPr>
          <p:nvPr/>
        </p:nvCxnSpPr>
        <p:spPr>
          <a:xfrm>
            <a:off x="6124649" y="4154210"/>
            <a:ext cx="6512" cy="1293132"/>
          </a:xfrm>
          <a:prstGeom prst="line">
            <a:avLst/>
          </a:prstGeom>
          <a:ln w="57150">
            <a:solidFill>
              <a:schemeClr val="tx2"/>
            </a:solidFill>
            <a:prstDash val="sysDot"/>
          </a:ln>
        </p:spPr>
        <p:style>
          <a:lnRef idx="1">
            <a:schemeClr val="accent1"/>
          </a:lnRef>
          <a:fillRef idx="0">
            <a:schemeClr val="accent1"/>
          </a:fillRef>
          <a:effectRef idx="0">
            <a:schemeClr val="accent1"/>
          </a:effectRef>
          <a:fontRef idx="minor">
            <a:schemeClr val="tx1"/>
          </a:fontRef>
        </p:style>
      </p:cxnSp>
      <p:sp>
        <p:nvSpPr>
          <p:cNvPr id="116" name="Rectangle 115">
            <a:extLst>
              <a:ext uri="{FF2B5EF4-FFF2-40B4-BE49-F238E27FC236}">
                <a16:creationId xmlns:a16="http://schemas.microsoft.com/office/drawing/2014/main" id="{A0EFA71B-A06B-7018-55F1-24159060B426}"/>
              </a:ext>
            </a:extLst>
          </p:cNvPr>
          <p:cNvSpPr/>
          <p:nvPr/>
        </p:nvSpPr>
        <p:spPr>
          <a:xfrm>
            <a:off x="12393252" y="979910"/>
            <a:ext cx="2005839" cy="369332"/>
          </a:xfrm>
          <a:prstGeom prst="rect">
            <a:avLst/>
          </a:prstGeom>
        </p:spPr>
        <p:txBody>
          <a:bodyPr wrap="square">
            <a:spAutoFit/>
          </a:bodyPr>
          <a:lstStyle/>
          <a:p>
            <a:pPr algn="ctr" defTabSz="1028700"/>
            <a:r>
              <a:rPr lang="fr-FR" dirty="0">
                <a:solidFill>
                  <a:schemeClr val="accent3">
                    <a:lumMod val="75000"/>
                  </a:schemeClr>
                </a:solidFill>
                <a:ea typeface="Calibri" panose="020F0502020204030204" pitchFamily="34" charset="0"/>
                <a:cs typeface="Calibri" panose="020F0502020204030204" pitchFamily="34" charset="0"/>
              </a:rPr>
              <a:t>SE et l’AVC dans RD</a:t>
            </a:r>
          </a:p>
        </p:txBody>
      </p:sp>
      <p:sp>
        <p:nvSpPr>
          <p:cNvPr id="119" name="Title 1">
            <a:extLst>
              <a:ext uri="{FF2B5EF4-FFF2-40B4-BE49-F238E27FC236}">
                <a16:creationId xmlns:a16="http://schemas.microsoft.com/office/drawing/2014/main" id="{A9D41CE1-E6B5-0CD4-F888-96D5927612FC}"/>
              </a:ext>
            </a:extLst>
          </p:cNvPr>
          <p:cNvSpPr>
            <a:spLocks noGrp="1"/>
          </p:cNvSpPr>
          <p:nvPr>
            <p:ph type="title"/>
          </p:nvPr>
        </p:nvSpPr>
        <p:spPr>
          <a:xfrm>
            <a:off x="2320131" y="-292927"/>
            <a:ext cx="13030200" cy="1449500"/>
          </a:xfrm>
        </p:spPr>
        <p:txBody>
          <a:bodyPr>
            <a:noAutofit/>
          </a:bodyPr>
          <a:lstStyle/>
          <a:p>
            <a:pPr defTabSz="1371600">
              <a:spcBef>
                <a:spcPts val="0"/>
              </a:spcBef>
              <a:defRPr/>
            </a:pPr>
            <a:r>
              <a:rPr lang="fr-FR" sz="6600" dirty="0">
                <a:solidFill>
                  <a:srgbClr val="7CA655">
                    <a:lumMod val="75000"/>
                  </a:srgbClr>
                </a:solidFill>
                <a:latin typeface="+mn-lt"/>
                <a:ea typeface="Calibri" panose="020F0502020204030204" pitchFamily="34" charset="0"/>
                <a:cs typeface="Calibri" panose="020F0502020204030204" pitchFamily="34" charset="0"/>
              </a:rPr>
              <a:t>Le chemin du Green</a:t>
            </a:r>
            <a:endParaRPr lang="fr-FR" sz="6600" dirty="0">
              <a:latin typeface="+mn-lt"/>
              <a:ea typeface="Calibri" panose="020F0502020204030204" pitchFamily="34" charset="0"/>
              <a:cs typeface="Calibri" panose="020F0502020204030204" pitchFamily="34" charset="0"/>
            </a:endParaRPr>
          </a:p>
        </p:txBody>
      </p:sp>
      <p:sp>
        <p:nvSpPr>
          <p:cNvPr id="5" name="Slide Number Placeholder 3">
            <a:extLst>
              <a:ext uri="{FF2B5EF4-FFF2-40B4-BE49-F238E27FC236}">
                <a16:creationId xmlns:a16="http://schemas.microsoft.com/office/drawing/2014/main" id="{FCEA2354-50C1-7C08-24BB-D284E1728648}"/>
              </a:ext>
            </a:extLst>
          </p:cNvPr>
          <p:cNvSpPr txBox="1">
            <a:spLocks/>
          </p:cNvSpPr>
          <p:nvPr/>
        </p:nvSpPr>
        <p:spPr>
          <a:xfrm>
            <a:off x="12231111" y="9163318"/>
            <a:ext cx="3200400" cy="547688"/>
          </a:xfrm>
          <a:prstGeom prst="rect">
            <a:avLst/>
          </a:prstGeom>
        </p:spPr>
        <p:txBody>
          <a:bodyPr vert="horz" lIns="137160" tIns="68580" rIns="137160" bIns="6858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1FF6DA9-008F-8B48-92A6-B652298478BF}" type="slidenum">
              <a:rPr lang="en-US" sz="1800">
                <a:solidFill>
                  <a:prstClr val="black">
                    <a:tint val="75000"/>
                  </a:prstClr>
                </a:solidFill>
                <a:latin typeface="Calibri"/>
              </a:rPr>
              <a:pPr/>
              <a:t>30</a:t>
            </a:fld>
            <a:endParaRPr lang="en-US" sz="1800" dirty="0">
              <a:solidFill>
                <a:prstClr val="black">
                  <a:tint val="75000"/>
                </a:prstClr>
              </a:solidFill>
              <a:latin typeface="Calibri"/>
            </a:endParaRPr>
          </a:p>
        </p:txBody>
      </p:sp>
      <p:sp>
        <p:nvSpPr>
          <p:cNvPr id="2" name="Slide Number Placeholder 1">
            <a:extLst>
              <a:ext uri="{FF2B5EF4-FFF2-40B4-BE49-F238E27FC236}">
                <a16:creationId xmlns:a16="http://schemas.microsoft.com/office/drawing/2014/main" id="{0B5DB75A-AAE5-1BC7-EF56-F9E3EF1C9A3A}"/>
              </a:ext>
            </a:extLst>
          </p:cNvPr>
          <p:cNvSpPr>
            <a:spLocks noGrp="1"/>
          </p:cNvSpPr>
          <p:nvPr>
            <p:ph type="sldNum" sz="quarter" idx="13"/>
          </p:nvPr>
        </p:nvSpPr>
        <p:spPr/>
        <p:txBody>
          <a:bodyPr/>
          <a:lstStyle/>
          <a:p>
            <a:pPr rtl="0"/>
            <a:fld id="{294A09A9-5501-47C1-A89A-A340965A2BE2}" type="slidenum">
              <a:rPr lang="fr-FR" noProof="0" smtClean="0"/>
              <a:pPr rtl="0"/>
              <a:t>30</a:t>
            </a:fld>
            <a:endParaRPr lang="fr-FR" noProof="0">
              <a:latin typeface="+mn-lt"/>
            </a:endParaRPr>
          </a:p>
        </p:txBody>
      </p:sp>
    </p:spTree>
    <p:extLst>
      <p:ext uri="{BB962C8B-B14F-4D97-AF65-F5344CB8AC3E}">
        <p14:creationId xmlns:p14="http://schemas.microsoft.com/office/powerpoint/2010/main" val="186247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9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9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98"/>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1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8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9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74"/>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96"/>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21"/>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3"/>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61"/>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29"/>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6"/>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00"/>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48"/>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104"/>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51"/>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85"/>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116"/>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53"/>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83"/>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77"/>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9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6" grpId="0"/>
      <p:bldP spid="34" grpId="0"/>
      <p:bldP spid="55" grpId="0"/>
      <p:bldP spid="61" grpId="0"/>
      <p:bldP spid="62" grpId="0"/>
      <p:bldP spid="64" grpId="0"/>
      <p:bldP spid="71" grpId="0" animBg="1"/>
      <p:bldP spid="72" grpId="0" animBg="1"/>
      <p:bldP spid="73" grpId="0" animBg="1"/>
      <p:bldP spid="74" grpId="0" animBg="1"/>
      <p:bldP spid="77" grpId="0" animBg="1"/>
      <p:bldP spid="83" grpId="0"/>
      <p:bldP spid="85" grpId="0"/>
      <p:bldP spid="88" grpId="0"/>
      <p:bldP spid="91" grpId="0"/>
      <p:bldP spid="93" grpId="0"/>
      <p:bldP spid="94" grpId="0"/>
      <p:bldP spid="95" grpId="0"/>
      <p:bldP spid="96" grpId="0"/>
      <p:bldP spid="97" grpId="0"/>
      <p:bldP spid="98" grpId="0"/>
      <p:bldP spid="100" grpId="0"/>
      <p:bldP spid="104" grpId="0"/>
      <p:bldP spid="116"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2">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4206460-0F14-4941-A3F2-DCD21223EEC8}">
  <we:reference id="wa200000113" version="1.0.0.0" store="fr-FR" storeType="OMEX"/>
  <we:alternateReferences>
    <we:reference id="WA200000113" version="1.0.0.0" store="" storeType="OMEX"/>
  </we:alternateReferences>
  <we:properties>
    <we:property name="drawioRecentList" value="&quot;{\&quot;EA186DDE2431CC30!27988\&quot;:{\&quot;id\&quot;:\&quot;EA186DDE2431CC30!27988\&quot;,\&quot;name\&quot;:\&quot;Resser.drawio\&quot;,\&quot;lastModifiedDateTime\&quot;:\&quot;2024-10-11T07:24:31.097Z\&quot;,\&quot;size\&quot;:128439,\&quot;parentReference\&quot;:{\&quot;driveId\&quot;:\&quot;ea186dde2431cc30\&quot;,\&quot;driveType\&quot;:\&quot;personal\&quot;,\&quot;id\&quot;:\&quot;EA186DDE2431CC30!27121\&quot;,\&quot;name\&quot;:\&quot;Resser\&quot;,\&quot;path\&quot;:\&quot;/drive/root:/Doctorant/Resser\&quot;},\&quot;file\&quot;:{\&quot;mimeType\&quot;:\&quot;application/octet-stream\&quot;,\&quot;hashes\&quot;:{\&quot;quickXorHash\&quot;:\&quot;lEnzYMWHQj27MGQK1nRbbvJct7k=\&quot;,\&quot;sha1Hash\&quot;:\&quot;BEE3BD7A8924759BC66238AA9C1DC7FBFFC7B2F6\&quot;,\&quot;sha256Hash\&quot;:\&quot;8E7215982A279FA7437E159E02476701AB2309E309705A15D05E3751735DB6A3\&quot;}},\&quot;createdBy\&quot;:{\&quot;application\&quot;:{\&quot;displayName\&quot;:\&quot;MSOffice15\&quot;,\&quot;id\&quot;:\&quot;480728c5\&quot;},\&quot;user\&quot;:{\&quot;displayName\&quot;:\&quot;Cristian Caceres Mendoza\&quot;,\&quot;id\&quot;:\&quot;ea186dde2431cc30\&quot;},\&quot;oneDriveSync\&quot;:{\&quot;@odata.type\&quot;:\&quot;#microsoft.graph.identity\&quot;,\&quot;id\&quot;:\&quot;4e286678-1252-4824-a393-fffffa030000\&quot;}},\&quot;lastModifiedBy\&quot;:{\&quot;application\&quot;:{\&quot;displayName\&quot;:\&quot;MSOffice15\&quot;,\&quot;id\&quot;:\&quot;480728c5\&quot;},\&quot;user\&quot;:{\&quot;displayName\&quot;:\&quot;Cristian Caceres Mendoza\&quot;,\&quot;id\&quot;:\&quot;ea186dde2431cc30\&quot;},\&quot;oneDriveSync\&quot;:{\&quot;@odata.type\&quot;:\&quot;#microsoft.graph.identity\&quot;,\&quot;id\&quot;:\&quot;4e286678-1252-4824-a393-ffff7a040000\&quot;}},\&quot;fromOD\&quot;:true,\&quot;isDrawio\&quot;:true}}&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1E0056E464E324688B47420BAB218FF" ma:contentTypeVersion="12" ma:contentTypeDescription="Crée un document." ma:contentTypeScope="" ma:versionID="5baeaeb46e787f060b428ad0d3ef8020">
  <xsd:schema xmlns:xsd="http://www.w3.org/2001/XMLSchema" xmlns:xs="http://www.w3.org/2001/XMLSchema" xmlns:p="http://schemas.microsoft.com/office/2006/metadata/properties" xmlns:ns2="101d052e-63fa-4665-bedc-fdf06e178ae2" xmlns:ns3="304c09ab-bf3d-481d-854b-7e5b52eea4e0" targetNamespace="http://schemas.microsoft.com/office/2006/metadata/properties" ma:root="true" ma:fieldsID="39158907d6d4359eb5ed5daab3b67e93" ns2:_="" ns3:_="">
    <xsd:import namespace="101d052e-63fa-4665-bedc-fdf06e178ae2"/>
    <xsd:import namespace="304c09ab-bf3d-481d-854b-7e5b52eea4e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01d052e-63fa-4665-bedc-fdf06e178ae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Balises d’images" ma:readOnly="false" ma:fieldId="{5cf76f15-5ced-4ddc-b409-7134ff3c332f}" ma:taxonomyMulti="true" ma:sspId="1d417cb3-2750-492f-8db0-46aaf8d22b50"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04c09ab-bf3d-481d-854b-7e5b52eea4e0"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e2aef9b3-5b01-49e7-a2d6-47d331872c86}" ma:internalName="TaxCatchAll" ma:showField="CatchAllData" ma:web="304c09ab-bf3d-481d-854b-7e5b52eea4e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304c09ab-bf3d-481d-854b-7e5b52eea4e0" xsi:nil="true"/>
    <lcf76f155ced4ddcb4097134ff3c332f xmlns="101d052e-63fa-4665-bedc-fdf06e178ae2">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179E1494-D9DC-4993-A789-E7AFEBBB7C23}">
  <ds:schemaRefs>
    <ds:schemaRef ds:uri="http://schemas.microsoft.com/sharepoint/v3/contenttype/forms"/>
  </ds:schemaRefs>
</ds:datastoreItem>
</file>

<file path=customXml/itemProps2.xml><?xml version="1.0" encoding="utf-8"?>
<ds:datastoreItem xmlns:ds="http://schemas.openxmlformats.org/officeDocument/2006/customXml" ds:itemID="{6D3FCCEA-0D7C-4FDE-9E71-3871213B814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01d052e-63fa-4665-bedc-fdf06e178ae2"/>
    <ds:schemaRef ds:uri="304c09ab-bf3d-481d-854b-7e5b52eea4e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708B678-5BB0-492E-B4C6-004A3F2B0274}">
  <ds:schemaRefs>
    <ds:schemaRef ds:uri="http://schemas.microsoft.com/office/2006/metadata/properties"/>
    <ds:schemaRef ds:uri="http://www.w3.org/2000/xmlns/"/>
    <ds:schemaRef ds:uri="285d3045-d79e-49b1-b2d5-4808ae63567a"/>
    <ds:schemaRef ds:uri="http://www.w3.org/2001/XMLSchema-instance"/>
    <ds:schemaRef ds:uri="b79a6669-b227-46e2-bb5e-ef86048fd7bf"/>
    <ds:schemaRef ds:uri="http://schemas.microsoft.com/office/infopath/2007/PartnerControls"/>
    <ds:schemaRef ds:uri="304c09ab-bf3d-481d-854b-7e5b52eea4e0"/>
    <ds:schemaRef ds:uri="101d052e-63fa-4665-bedc-fdf06e178ae2"/>
  </ds:schemaRefs>
</ds:datastoreItem>
</file>

<file path=docProps/app.xml><?xml version="1.0" encoding="utf-8"?>
<Properties xmlns="http://schemas.openxmlformats.org/officeDocument/2006/extended-properties" xmlns:vt="http://schemas.openxmlformats.org/officeDocument/2006/docPropsVTypes">
  <Template/>
  <TotalTime>0</TotalTime>
  <Words>2619</Words>
  <Application>Microsoft Office PowerPoint</Application>
  <PresentationFormat>Custom</PresentationFormat>
  <Paragraphs>359</Paragraphs>
  <Slides>30</Slides>
  <Notes>26</Notes>
  <HiddenSlides>4</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30</vt:i4>
      </vt:variant>
    </vt:vector>
  </HeadingPairs>
  <TitlesOfParts>
    <vt:vector size="39" baseType="lpstr">
      <vt:lpstr>Codec Pro Bold</vt:lpstr>
      <vt:lpstr>Calibri</vt:lpstr>
      <vt:lpstr>Amasis MT Pro</vt:lpstr>
      <vt:lpstr>Aptos</vt:lpstr>
      <vt:lpstr>Times New Roman</vt:lpstr>
      <vt:lpstr>Amasis MT Pro Black</vt:lpstr>
      <vt:lpstr>Arial</vt:lpstr>
      <vt:lpstr>Codec Pro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Le chemin du Green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RESSER Green</dc:title>
  <dc:creator>Catalina Suescun Gonzalez</dc:creator>
  <cp:lastModifiedBy>Catalina Suescun Gonzalez</cp:lastModifiedBy>
  <cp:revision>7</cp:revision>
  <dcterms:created xsi:type="dcterms:W3CDTF">2006-08-16T00:00:00Z</dcterms:created>
  <dcterms:modified xsi:type="dcterms:W3CDTF">2026-07-01T09:46:08Z</dcterms:modified>
  <dc:identifier>DAFka7ZFNsM</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0x010100F1E0056E464E324688B47420BAB218FF</vt:lpwstr>
  </property>
</Properties>
</file>